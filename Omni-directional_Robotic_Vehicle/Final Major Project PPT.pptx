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97" r:id="rId3"/>
    <p:sldId id="257" r:id="rId4"/>
    <p:sldId id="258" r:id="rId6"/>
    <p:sldId id="298" r:id="rId7"/>
    <p:sldId id="295" r:id="rId8"/>
    <p:sldId id="301" r:id="rId9"/>
    <p:sldId id="302" r:id="rId10"/>
    <p:sldId id="261" r:id="rId11"/>
    <p:sldId id="263" r:id="rId12"/>
    <p:sldId id="296" r:id="rId13"/>
    <p:sldId id="264" r:id="rId14"/>
    <p:sldId id="303" r:id="rId15"/>
    <p:sldId id="278" r:id="rId16"/>
  </p:sldIdLst>
  <p:sldSz cx="9144000" cy="5143500" type="screen16x9"/>
  <p:notesSz cx="6858000" cy="9144000"/>
  <p:embeddedFontLst>
    <p:embeddedFont>
      <p:font typeface="Montserrat" panose="00000500000000000000"/>
      <p:regular r:id="rId20"/>
    </p:embeddedFont>
    <p:embeddedFont>
      <p:font typeface="Open Sans" panose="020B0606030504020204"/>
      <p:regular r:id="rId21"/>
    </p:embeddedFont>
    <p:embeddedFont>
      <p:font typeface="Webdings" panose="05030102010509060703" pitchFamily="18" charset="2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>
      <p:cViewPr>
        <p:scale>
          <a:sx n="75" d="100"/>
          <a:sy n="75" d="100"/>
        </p:scale>
        <p:origin x="-1260" y="-390"/>
      </p:cViewPr>
      <p:guideLst>
        <p:guide orient="horz" pos="16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FF9ED6-2950-4FF4-AA16-F31F3BAFDA6E}" type="doc">
      <dgm:prSet loTypeId="urn:microsoft.com/office/officeart/2005/8/layout/vProcess5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46C9216-0950-4A88-893D-8DFDCA6B9275}">
      <dgm:prSet phldrT="[Text]"/>
      <dgm:spPr/>
      <dgm:t>
        <a:bodyPr/>
        <a:lstStyle/>
        <a:p>
          <a:pPr algn="just"/>
          <a:r>
            <a:rPr lang="en-US" b="1" dirty="0" smtClean="0">
              <a:latin typeface="+mn-lt"/>
            </a:rPr>
            <a:t>Arduino drives all four motors using L293D Motor Driver Chips.</a:t>
          </a:r>
        </a:p>
        <a:p>
          <a:pPr algn="just"/>
          <a:r>
            <a:rPr lang="en-US" b="1" dirty="0" smtClean="0">
              <a:latin typeface="+mn-lt"/>
            </a:rPr>
            <a:t>               The robot movements depend on the software program downloaded into the Arduino board microcontroller, ATMega2560.       The circuit and the robot’s complete working and operation are as per the software program.</a:t>
          </a:r>
          <a:endParaRPr lang="en-US" dirty="0"/>
        </a:p>
      </dgm:t>
    </dgm:pt>
    <dgm:pt modelId="{98FF183D-5C75-4358-B479-A3731F8F1230}" cxnId="{9004A1B0-07FB-4CE0-9EAD-127D81F3DDDE}" type="sibTrans">
      <dgm:prSet/>
      <dgm:spPr/>
      <dgm:t>
        <a:bodyPr/>
        <a:lstStyle/>
        <a:p>
          <a:endParaRPr lang="en-US"/>
        </a:p>
      </dgm:t>
    </dgm:pt>
    <dgm:pt modelId="{79B1268B-4756-4281-93B7-AA8C5FDFD594}" cxnId="{9004A1B0-07FB-4CE0-9EAD-127D81F3DDDE}" type="parTrans">
      <dgm:prSet/>
      <dgm:spPr/>
      <dgm:t>
        <a:bodyPr/>
        <a:lstStyle/>
        <a:p>
          <a:endParaRPr lang="en-US"/>
        </a:p>
      </dgm:t>
    </dgm:pt>
    <dgm:pt modelId="{38C77F68-F5CA-40BE-A4B1-BBF54967CB64}">
      <dgm:prSet phldrT="[Text]"/>
      <dgm:spPr/>
      <dgm:t>
        <a:bodyPr/>
        <a:lstStyle/>
        <a:p>
          <a:pPr algn="just"/>
          <a:r>
            <a:rPr lang="en-US" b="1" dirty="0" smtClean="0">
              <a:latin typeface="+mn-lt"/>
            </a:rPr>
            <a:t>When the Arduino board gets a command from the Transmitter, </a:t>
          </a:r>
        </a:p>
        <a:p>
          <a:pPr algn="just"/>
          <a:r>
            <a:rPr lang="en-US" b="1" dirty="0" smtClean="0">
              <a:latin typeface="+mn-lt"/>
            </a:rPr>
            <a:t>           It will rotate all four motors forward or reverse as per the requirement to move the robot in the desired direction.</a:t>
          </a:r>
          <a:endParaRPr lang="en-US" dirty="0"/>
        </a:p>
      </dgm:t>
    </dgm:pt>
    <dgm:pt modelId="{94A401CD-F011-4AEC-A8B1-8EEEB40C4316}" cxnId="{8EFC48B7-311A-42C8-AB14-1AC192D030CA}" type="sibTrans">
      <dgm:prSet/>
      <dgm:spPr/>
      <dgm:t>
        <a:bodyPr/>
        <a:lstStyle/>
        <a:p>
          <a:endParaRPr lang="en-US"/>
        </a:p>
      </dgm:t>
    </dgm:pt>
    <dgm:pt modelId="{B1E3B081-3CB3-4A1E-9D38-68BA80846741}" cxnId="{8EFC48B7-311A-42C8-AB14-1AC192D030CA}" type="parTrans">
      <dgm:prSet/>
      <dgm:spPr/>
      <dgm:t>
        <a:bodyPr/>
        <a:lstStyle/>
        <a:p>
          <a:endParaRPr lang="en-US"/>
        </a:p>
      </dgm:t>
    </dgm:pt>
    <dgm:pt modelId="{5E96327F-2E51-46C9-BDF0-B3CC21A35540}">
      <dgm:prSet phldrT="[Text]"/>
      <dgm:spPr/>
      <dgm:t>
        <a:bodyPr/>
        <a:lstStyle/>
        <a:p>
          <a:pPr algn="just"/>
          <a:r>
            <a:rPr lang="en-US" b="1" dirty="0" smtClean="0">
              <a:latin typeface="+mn-lt"/>
            </a:rPr>
            <a:t>Transmitter gets a command from the user’s Receiver.</a:t>
          </a:r>
        </a:p>
        <a:p>
          <a:pPr algn="just"/>
          <a:endParaRPr lang="en-US" b="1" dirty="0" smtClean="0">
            <a:latin typeface="+mn-lt"/>
          </a:endParaRPr>
        </a:p>
        <a:p>
          <a:pPr algn="just"/>
          <a:r>
            <a:rPr lang="en-US" b="1" dirty="0" smtClean="0">
              <a:latin typeface="+mn-lt"/>
            </a:rPr>
            <a:t>It then sends this command to the Arduino board serially using Tx and Rx pins.</a:t>
          </a:r>
          <a:endParaRPr lang="en-US" dirty="0"/>
        </a:p>
      </dgm:t>
    </dgm:pt>
    <dgm:pt modelId="{40FC767A-6031-4430-8FED-E53A85606A53}" cxnId="{05B5121C-4985-4EEE-AAD7-9E5655BDF179}" type="sibTrans">
      <dgm:prSet/>
      <dgm:spPr/>
      <dgm:t>
        <a:bodyPr/>
        <a:lstStyle/>
        <a:p>
          <a:endParaRPr lang="en-US"/>
        </a:p>
      </dgm:t>
    </dgm:pt>
    <dgm:pt modelId="{B56A541D-6ECD-4A42-826D-186493DACC7B}" cxnId="{05B5121C-4985-4EEE-AAD7-9E5655BDF179}" type="parTrans">
      <dgm:prSet/>
      <dgm:spPr/>
      <dgm:t>
        <a:bodyPr/>
        <a:lstStyle/>
        <a:p>
          <a:endParaRPr lang="en-US"/>
        </a:p>
      </dgm:t>
    </dgm:pt>
    <dgm:pt modelId="{32A2CE22-3209-4FDC-9E2E-1D0BFCD314F7}" type="pres">
      <dgm:prSet presAssocID="{7EFF9ED6-2950-4FF4-AA16-F31F3BAFDA6E}" presName="outerComposite" presStyleCnt="0">
        <dgm:presLayoutVars>
          <dgm:chMax val="5"/>
          <dgm:dir/>
          <dgm:resizeHandles val="exact"/>
        </dgm:presLayoutVars>
      </dgm:prSet>
      <dgm:spPr/>
    </dgm:pt>
    <dgm:pt modelId="{F9670C4D-A88E-4B54-9242-F0AB95CC189C}" type="pres">
      <dgm:prSet presAssocID="{7EFF9ED6-2950-4FF4-AA16-F31F3BAFDA6E}" presName="dummyMaxCanvas" presStyleCnt="0">
        <dgm:presLayoutVars/>
      </dgm:prSet>
      <dgm:spPr/>
    </dgm:pt>
    <dgm:pt modelId="{4E3122C3-19D0-45A0-9F64-038E3DE3E3FB}" type="pres">
      <dgm:prSet presAssocID="{7EFF9ED6-2950-4FF4-AA16-F31F3BAFDA6E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D2F576-6D28-4C4A-B4A8-8E09614DC6BC}" type="pres">
      <dgm:prSet presAssocID="{7EFF9ED6-2950-4FF4-AA16-F31F3BAFDA6E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80A286-C1BF-4244-A0D7-947ED3931CCA}" type="pres">
      <dgm:prSet presAssocID="{7EFF9ED6-2950-4FF4-AA16-F31F3BAFDA6E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B12739-2AC1-4C7E-8BE2-018237E8723A}" type="pres">
      <dgm:prSet presAssocID="{7EFF9ED6-2950-4FF4-AA16-F31F3BAFDA6E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C96052-D7A1-4C49-92B8-5973BE646CAB}" type="pres">
      <dgm:prSet presAssocID="{7EFF9ED6-2950-4FF4-AA16-F31F3BAFDA6E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071C10-CD25-453F-93DC-0BC96FBA1F2D}" type="pres">
      <dgm:prSet presAssocID="{7EFF9ED6-2950-4FF4-AA16-F31F3BAFDA6E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B50285-21E4-431D-A940-94DBB818195D}" type="pres">
      <dgm:prSet presAssocID="{7EFF9ED6-2950-4FF4-AA16-F31F3BAFDA6E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44C44F-4A36-4069-9719-887921B656B7}" type="pres">
      <dgm:prSet presAssocID="{7EFF9ED6-2950-4FF4-AA16-F31F3BAFDA6E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EFC48B7-311A-42C8-AB14-1AC192D030CA}" srcId="{7EFF9ED6-2950-4FF4-AA16-F31F3BAFDA6E}" destId="{38C77F68-F5CA-40BE-A4B1-BBF54967CB64}" srcOrd="1" destOrd="0" parTransId="{B1E3B081-3CB3-4A1E-9D38-68BA80846741}" sibTransId="{94A401CD-F011-4AEC-A8B1-8EEEB40C4316}"/>
    <dgm:cxn modelId="{8749E782-C20B-4CBE-85A9-61DC98B573B4}" type="presOf" srcId="{946C9216-0950-4A88-893D-8DFDCA6B9275}" destId="{4744C44F-4A36-4069-9719-887921B656B7}" srcOrd="1" destOrd="0" presId="urn:microsoft.com/office/officeart/2005/8/layout/vProcess5"/>
    <dgm:cxn modelId="{BC963D19-2210-48C8-A057-22D5158F279F}" type="presOf" srcId="{40FC767A-6031-4430-8FED-E53A85606A53}" destId="{FAB12739-2AC1-4C7E-8BE2-018237E8723A}" srcOrd="0" destOrd="0" presId="urn:microsoft.com/office/officeart/2005/8/layout/vProcess5"/>
    <dgm:cxn modelId="{5BE1D6CD-B49C-46F4-80D4-DC7154D055DE}" type="presOf" srcId="{5E96327F-2E51-46C9-BDF0-B3CC21A35540}" destId="{0E071C10-CD25-453F-93DC-0BC96FBA1F2D}" srcOrd="1" destOrd="0" presId="urn:microsoft.com/office/officeart/2005/8/layout/vProcess5"/>
    <dgm:cxn modelId="{6885AF1E-9C3C-4858-9242-C7AB81C5E822}" type="presOf" srcId="{38C77F68-F5CA-40BE-A4B1-BBF54967CB64}" destId="{F1B50285-21E4-431D-A940-94DBB818195D}" srcOrd="1" destOrd="0" presId="urn:microsoft.com/office/officeart/2005/8/layout/vProcess5"/>
    <dgm:cxn modelId="{7109D8D4-CDE2-40BB-BB3D-8720131F8F6E}" type="presOf" srcId="{5E96327F-2E51-46C9-BDF0-B3CC21A35540}" destId="{4E3122C3-19D0-45A0-9F64-038E3DE3E3FB}" srcOrd="0" destOrd="0" presId="urn:microsoft.com/office/officeart/2005/8/layout/vProcess5"/>
    <dgm:cxn modelId="{2495038E-5092-4D30-8694-273B8BC78819}" type="presOf" srcId="{38C77F68-F5CA-40BE-A4B1-BBF54967CB64}" destId="{C6D2F576-6D28-4C4A-B4A8-8E09614DC6BC}" srcOrd="0" destOrd="0" presId="urn:microsoft.com/office/officeart/2005/8/layout/vProcess5"/>
    <dgm:cxn modelId="{37F18491-7D04-4677-ADF7-989C2A3BD4E9}" type="presOf" srcId="{946C9216-0950-4A88-893D-8DFDCA6B9275}" destId="{EA80A286-C1BF-4244-A0D7-947ED3931CCA}" srcOrd="0" destOrd="0" presId="urn:microsoft.com/office/officeart/2005/8/layout/vProcess5"/>
    <dgm:cxn modelId="{0D962B64-2970-4FB0-91D1-BF85DC7B9A45}" type="presOf" srcId="{94A401CD-F011-4AEC-A8B1-8EEEB40C4316}" destId="{E5C96052-D7A1-4C49-92B8-5973BE646CAB}" srcOrd="0" destOrd="0" presId="urn:microsoft.com/office/officeart/2005/8/layout/vProcess5"/>
    <dgm:cxn modelId="{99AA7170-F0F7-43A7-BFE0-67CA7BF28DE8}" type="presOf" srcId="{7EFF9ED6-2950-4FF4-AA16-F31F3BAFDA6E}" destId="{32A2CE22-3209-4FDC-9E2E-1D0BFCD314F7}" srcOrd="0" destOrd="0" presId="urn:microsoft.com/office/officeart/2005/8/layout/vProcess5"/>
    <dgm:cxn modelId="{9004A1B0-07FB-4CE0-9EAD-127D81F3DDDE}" srcId="{7EFF9ED6-2950-4FF4-AA16-F31F3BAFDA6E}" destId="{946C9216-0950-4A88-893D-8DFDCA6B9275}" srcOrd="2" destOrd="0" parTransId="{79B1268B-4756-4281-93B7-AA8C5FDFD594}" sibTransId="{98FF183D-5C75-4358-B479-A3731F8F1230}"/>
    <dgm:cxn modelId="{05B5121C-4985-4EEE-AAD7-9E5655BDF179}" srcId="{7EFF9ED6-2950-4FF4-AA16-F31F3BAFDA6E}" destId="{5E96327F-2E51-46C9-BDF0-B3CC21A35540}" srcOrd="0" destOrd="0" parTransId="{B56A541D-6ECD-4A42-826D-186493DACC7B}" sibTransId="{40FC767A-6031-4430-8FED-E53A85606A53}"/>
    <dgm:cxn modelId="{485693E5-1E2A-44E1-9A77-CC0EC9666C5D}" type="presParOf" srcId="{32A2CE22-3209-4FDC-9E2E-1D0BFCD314F7}" destId="{F9670C4D-A88E-4B54-9242-F0AB95CC189C}" srcOrd="0" destOrd="0" presId="urn:microsoft.com/office/officeart/2005/8/layout/vProcess5"/>
    <dgm:cxn modelId="{E0F88254-5E8D-4F1A-A59B-EE4BA4B8BE4B}" type="presParOf" srcId="{32A2CE22-3209-4FDC-9E2E-1D0BFCD314F7}" destId="{4E3122C3-19D0-45A0-9F64-038E3DE3E3FB}" srcOrd="1" destOrd="0" presId="urn:microsoft.com/office/officeart/2005/8/layout/vProcess5"/>
    <dgm:cxn modelId="{12744D43-6D51-473F-9841-C82B633D9025}" type="presParOf" srcId="{32A2CE22-3209-4FDC-9E2E-1D0BFCD314F7}" destId="{C6D2F576-6D28-4C4A-B4A8-8E09614DC6BC}" srcOrd="2" destOrd="0" presId="urn:microsoft.com/office/officeart/2005/8/layout/vProcess5"/>
    <dgm:cxn modelId="{1312D8D5-D7B8-4752-9BF2-014C97906216}" type="presParOf" srcId="{32A2CE22-3209-4FDC-9E2E-1D0BFCD314F7}" destId="{EA80A286-C1BF-4244-A0D7-947ED3931CCA}" srcOrd="3" destOrd="0" presId="urn:microsoft.com/office/officeart/2005/8/layout/vProcess5"/>
    <dgm:cxn modelId="{0C6549CA-117E-4B16-8AB5-5F5BBCE6733A}" type="presParOf" srcId="{32A2CE22-3209-4FDC-9E2E-1D0BFCD314F7}" destId="{FAB12739-2AC1-4C7E-8BE2-018237E8723A}" srcOrd="4" destOrd="0" presId="urn:microsoft.com/office/officeart/2005/8/layout/vProcess5"/>
    <dgm:cxn modelId="{61C13C94-28CA-4FF9-9A84-4850B7630297}" type="presParOf" srcId="{32A2CE22-3209-4FDC-9E2E-1D0BFCD314F7}" destId="{E5C96052-D7A1-4C49-92B8-5973BE646CAB}" srcOrd="5" destOrd="0" presId="urn:microsoft.com/office/officeart/2005/8/layout/vProcess5"/>
    <dgm:cxn modelId="{2C78FF46-BACD-479B-8A32-7839068FD46A}" type="presParOf" srcId="{32A2CE22-3209-4FDC-9E2E-1D0BFCD314F7}" destId="{0E071C10-CD25-453F-93DC-0BC96FBA1F2D}" srcOrd="6" destOrd="0" presId="urn:microsoft.com/office/officeart/2005/8/layout/vProcess5"/>
    <dgm:cxn modelId="{CD4A6806-C70A-40D7-801F-DD7B308DD256}" type="presParOf" srcId="{32A2CE22-3209-4FDC-9E2E-1D0BFCD314F7}" destId="{F1B50285-21E4-431D-A940-94DBB818195D}" srcOrd="7" destOrd="0" presId="urn:microsoft.com/office/officeart/2005/8/layout/vProcess5"/>
    <dgm:cxn modelId="{A99B3031-D5AE-484C-8A54-0E61229252FD}" type="presParOf" srcId="{32A2CE22-3209-4FDC-9E2E-1D0BFCD314F7}" destId="{4744C44F-4A36-4069-9719-887921B656B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5FCE92-89A7-49C0-BA23-AC5882FC64DD}" type="doc">
      <dgm:prSet loTypeId="urn:microsoft.com/office/officeart/2008/layout/AlternatingHexagons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A3D001D-6BF9-47CC-83B9-66C4C582D185}">
      <dgm:prSet phldrT="[Text]" custT="1"/>
      <dgm:spPr/>
      <dgm:t>
        <a:bodyPr/>
        <a:lstStyle/>
        <a:p>
          <a:r>
            <a:rPr lang="en-US" sz="1600" b="1" dirty="0" smtClean="0">
              <a:latin typeface="Arial" panose="020B0604020202020204" pitchFamily="34" charset="0"/>
              <a:cs typeface="Arial" panose="020B0604020202020204" pitchFamily="34" charset="0"/>
            </a:rPr>
            <a:t>Quick installation and removal</a:t>
          </a:r>
          <a:endParaRPr lang="en-US" sz="1600" dirty="0"/>
        </a:p>
      </dgm:t>
    </dgm:pt>
    <dgm:pt modelId="{CCF458EB-1C6F-4F03-9C15-61B674E24304}" cxnId="{7BE82D86-4543-4A94-8571-7EF4ECA88A8C}" type="parTrans">
      <dgm:prSet/>
      <dgm:spPr/>
      <dgm:t>
        <a:bodyPr/>
        <a:lstStyle/>
        <a:p>
          <a:endParaRPr lang="en-US"/>
        </a:p>
      </dgm:t>
    </dgm:pt>
    <dgm:pt modelId="{A3647DCC-0DD0-40C6-B365-1B9A9AC52F51}" cxnId="{7BE82D86-4543-4A94-8571-7EF4ECA88A8C}" type="sibTrans">
      <dgm:prSet custT="1"/>
      <dgm:spPr/>
      <dgm:t>
        <a:bodyPr/>
        <a:lstStyle/>
        <a:p>
          <a:r>
            <a:rPr lang="en-US" sz="1600" b="1" smtClean="0">
              <a:latin typeface="Arial" panose="020B0604020202020204" pitchFamily="34" charset="0"/>
              <a:cs typeface="Arial" panose="020B0604020202020204" pitchFamily="34" charset="0"/>
            </a:rPr>
            <a:t>Omni-directional mobility</a:t>
          </a:r>
          <a:endParaRPr lang="en-US" sz="1600" dirty="0"/>
        </a:p>
      </dgm:t>
    </dgm:pt>
    <dgm:pt modelId="{4639640F-F84F-4FBA-A61E-604EA9435623}">
      <dgm:prSet phldrT="[Text]" custT="1"/>
      <dgm:spPr/>
      <dgm:t>
        <a:bodyPr/>
        <a:lstStyle/>
        <a:p>
          <a:r>
            <a:rPr lang="en-US" sz="1600" b="1" smtClean="0">
              <a:latin typeface="Arial" panose="020B0604020202020204" pitchFamily="34" charset="0"/>
              <a:cs typeface="Arial" panose="020B0604020202020204" pitchFamily="34" charset="0"/>
            </a:rPr>
            <a:t>Space saving technology</a:t>
          </a:r>
          <a:endParaRPr lang="en-US" sz="1600" dirty="0"/>
        </a:p>
      </dgm:t>
    </dgm:pt>
    <dgm:pt modelId="{4280F81E-BCDD-471D-83E5-E393191DE838}" cxnId="{2D32FFC0-BF12-4F50-947E-977182859235}" type="parTrans">
      <dgm:prSet/>
      <dgm:spPr/>
      <dgm:t>
        <a:bodyPr/>
        <a:lstStyle/>
        <a:p>
          <a:endParaRPr lang="en-US"/>
        </a:p>
      </dgm:t>
    </dgm:pt>
    <dgm:pt modelId="{1000578B-5877-42D3-ADFE-50772AF710CD}" cxnId="{2D32FFC0-BF12-4F50-947E-977182859235}" type="sibTrans">
      <dgm:prSet custT="1"/>
      <dgm:spPr/>
      <dgm:t>
        <a:bodyPr/>
        <a:lstStyle/>
        <a:p>
          <a:endParaRPr lang="en-US" sz="1600" smtClean="0"/>
        </a:p>
        <a:p>
          <a:r>
            <a:rPr lang="en-US" sz="1600" b="1" smtClean="0">
              <a:latin typeface="Arial" panose="020B0604020202020204" pitchFamily="34" charset="0"/>
              <a:cs typeface="Arial" panose="020B0604020202020204" pitchFamily="34" charset="0"/>
            </a:rPr>
            <a:t>Highly adaptable</a:t>
          </a:r>
          <a:endParaRPr lang="en-US" sz="1600" dirty="0"/>
        </a:p>
      </dgm:t>
    </dgm:pt>
    <dgm:pt modelId="{1A67738C-7C70-4F65-B5AD-03A5FDE0646F}" type="pres">
      <dgm:prSet presAssocID="{C95FCE92-89A7-49C0-BA23-AC5882FC64DD}" presName="Name0" presStyleCnt="0">
        <dgm:presLayoutVars>
          <dgm:chMax/>
          <dgm:chPref/>
          <dgm:dir/>
          <dgm:animLvl val="lvl"/>
        </dgm:presLayoutVars>
      </dgm:prSet>
      <dgm:spPr/>
    </dgm:pt>
    <dgm:pt modelId="{E39FE4FC-5757-4450-8AFA-C4B3BBCFA51E}" type="pres">
      <dgm:prSet presAssocID="{4A3D001D-6BF9-47CC-83B9-66C4C582D185}" presName="composite" presStyleCnt="0"/>
      <dgm:spPr/>
    </dgm:pt>
    <dgm:pt modelId="{123F2100-FEC2-4823-85D1-5AA9EFB97A27}" type="pres">
      <dgm:prSet presAssocID="{4A3D001D-6BF9-47CC-83B9-66C4C582D185}" presName="Parent1" presStyleLbl="node1" presStyleIdx="0" presStyleCnt="4" custScaleX="12817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45C656-17C3-45C0-97B3-0BF5421A10E8}" type="pres">
      <dgm:prSet presAssocID="{4A3D001D-6BF9-47CC-83B9-66C4C582D185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CB307C-7F23-4661-88DA-4F08D538000E}" type="pres">
      <dgm:prSet presAssocID="{4A3D001D-6BF9-47CC-83B9-66C4C582D185}" presName="BalanceSpacing" presStyleCnt="0"/>
      <dgm:spPr/>
    </dgm:pt>
    <dgm:pt modelId="{F660272A-C279-4A34-9A22-49162B4A7083}" type="pres">
      <dgm:prSet presAssocID="{4A3D001D-6BF9-47CC-83B9-66C4C582D185}" presName="BalanceSpacing1" presStyleCnt="0"/>
      <dgm:spPr/>
    </dgm:pt>
    <dgm:pt modelId="{0D66D2AD-912A-4D6F-8F52-BC4B07A565BC}" type="pres">
      <dgm:prSet presAssocID="{A3647DCC-0DD0-40C6-B365-1B9A9AC52F51}" presName="Accent1Text" presStyleLbl="node1" presStyleIdx="1" presStyleCnt="4" custScaleX="115730"/>
      <dgm:spPr/>
      <dgm:t>
        <a:bodyPr/>
        <a:lstStyle/>
        <a:p>
          <a:endParaRPr lang="en-US"/>
        </a:p>
      </dgm:t>
    </dgm:pt>
    <dgm:pt modelId="{6F13FF02-E0BA-46BE-A7B9-1DEDAADC4C8B}" type="pres">
      <dgm:prSet presAssocID="{A3647DCC-0DD0-40C6-B365-1B9A9AC52F51}" presName="spaceBetweenRectangles" presStyleCnt="0"/>
      <dgm:spPr/>
    </dgm:pt>
    <dgm:pt modelId="{3BD5F42D-1429-4527-BA94-B46C5864A0F7}" type="pres">
      <dgm:prSet presAssocID="{4639640F-F84F-4FBA-A61E-604EA9435623}" presName="composite" presStyleCnt="0"/>
      <dgm:spPr/>
    </dgm:pt>
    <dgm:pt modelId="{F739398B-61B7-40B2-A434-A186555AD6C8}" type="pres">
      <dgm:prSet presAssocID="{4639640F-F84F-4FBA-A61E-604EA9435623}" presName="Parent1" presStyleLbl="node1" presStyleIdx="2" presStyleCnt="4" custScaleX="125462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2B2E4A-4F2A-4FD7-9CC5-589728258164}" type="pres">
      <dgm:prSet presAssocID="{4639640F-F84F-4FBA-A61E-604EA9435623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B3D799-4842-44AF-9806-5FDD54FC0548}" type="pres">
      <dgm:prSet presAssocID="{4639640F-F84F-4FBA-A61E-604EA9435623}" presName="BalanceSpacing" presStyleCnt="0"/>
      <dgm:spPr/>
    </dgm:pt>
    <dgm:pt modelId="{AE938D3E-8CDD-448A-8C2F-CBD898C7009A}" type="pres">
      <dgm:prSet presAssocID="{4639640F-F84F-4FBA-A61E-604EA9435623}" presName="BalanceSpacing1" presStyleCnt="0"/>
      <dgm:spPr/>
    </dgm:pt>
    <dgm:pt modelId="{4813B38A-DD48-47F7-AF99-8A40167DD726}" type="pres">
      <dgm:prSet presAssocID="{1000578B-5877-42D3-ADFE-50772AF710CD}" presName="Accent1Text" presStyleLbl="node1" presStyleIdx="3" presStyleCnt="4" custScaleX="118445"/>
      <dgm:spPr/>
      <dgm:t>
        <a:bodyPr/>
        <a:lstStyle/>
        <a:p>
          <a:endParaRPr lang="en-US"/>
        </a:p>
      </dgm:t>
    </dgm:pt>
  </dgm:ptLst>
  <dgm:cxnLst>
    <dgm:cxn modelId="{21BE334A-60C1-4211-B2B4-EA0801CAACDE}" type="presOf" srcId="{A3647DCC-0DD0-40C6-B365-1B9A9AC52F51}" destId="{0D66D2AD-912A-4D6F-8F52-BC4B07A565BC}" srcOrd="0" destOrd="0" presId="urn:microsoft.com/office/officeart/2008/layout/AlternatingHexagons"/>
    <dgm:cxn modelId="{43945200-03DD-4445-8ABA-02546A35B1DC}" type="presOf" srcId="{4A3D001D-6BF9-47CC-83B9-66C4C582D185}" destId="{123F2100-FEC2-4823-85D1-5AA9EFB97A27}" srcOrd="0" destOrd="0" presId="urn:microsoft.com/office/officeart/2008/layout/AlternatingHexagons"/>
    <dgm:cxn modelId="{531C43F7-E245-4E15-BED3-8BB6D51CA4A4}" type="presOf" srcId="{4639640F-F84F-4FBA-A61E-604EA9435623}" destId="{F739398B-61B7-40B2-A434-A186555AD6C8}" srcOrd="0" destOrd="0" presId="urn:microsoft.com/office/officeart/2008/layout/AlternatingHexagons"/>
    <dgm:cxn modelId="{7BE82D86-4543-4A94-8571-7EF4ECA88A8C}" srcId="{C95FCE92-89A7-49C0-BA23-AC5882FC64DD}" destId="{4A3D001D-6BF9-47CC-83B9-66C4C582D185}" srcOrd="0" destOrd="0" parTransId="{CCF458EB-1C6F-4F03-9C15-61B674E24304}" sibTransId="{A3647DCC-0DD0-40C6-B365-1B9A9AC52F51}"/>
    <dgm:cxn modelId="{2D32FFC0-BF12-4F50-947E-977182859235}" srcId="{C95FCE92-89A7-49C0-BA23-AC5882FC64DD}" destId="{4639640F-F84F-4FBA-A61E-604EA9435623}" srcOrd="1" destOrd="0" parTransId="{4280F81E-BCDD-471D-83E5-E393191DE838}" sibTransId="{1000578B-5877-42D3-ADFE-50772AF710CD}"/>
    <dgm:cxn modelId="{1602462C-B922-449F-8F56-24810A500190}" type="presOf" srcId="{C95FCE92-89A7-49C0-BA23-AC5882FC64DD}" destId="{1A67738C-7C70-4F65-B5AD-03A5FDE0646F}" srcOrd="0" destOrd="0" presId="urn:microsoft.com/office/officeart/2008/layout/AlternatingHexagons"/>
    <dgm:cxn modelId="{060882DC-7010-4537-A518-6E070E5A6542}" type="presOf" srcId="{1000578B-5877-42D3-ADFE-50772AF710CD}" destId="{4813B38A-DD48-47F7-AF99-8A40167DD726}" srcOrd="0" destOrd="0" presId="urn:microsoft.com/office/officeart/2008/layout/AlternatingHexagons"/>
    <dgm:cxn modelId="{ED997A1C-604C-457D-8E8A-F3772727D205}" type="presParOf" srcId="{1A67738C-7C70-4F65-B5AD-03A5FDE0646F}" destId="{E39FE4FC-5757-4450-8AFA-C4B3BBCFA51E}" srcOrd="0" destOrd="0" presId="urn:microsoft.com/office/officeart/2008/layout/AlternatingHexagons"/>
    <dgm:cxn modelId="{23A62DC3-5742-423B-910E-7E45B3B8BAAB}" type="presParOf" srcId="{E39FE4FC-5757-4450-8AFA-C4B3BBCFA51E}" destId="{123F2100-FEC2-4823-85D1-5AA9EFB97A27}" srcOrd="0" destOrd="0" presId="urn:microsoft.com/office/officeart/2008/layout/AlternatingHexagons"/>
    <dgm:cxn modelId="{DED452AC-F8A4-4B47-AAAE-8D6B13BE1031}" type="presParOf" srcId="{E39FE4FC-5757-4450-8AFA-C4B3BBCFA51E}" destId="{2045C656-17C3-45C0-97B3-0BF5421A10E8}" srcOrd="1" destOrd="0" presId="urn:microsoft.com/office/officeart/2008/layout/AlternatingHexagons"/>
    <dgm:cxn modelId="{9203F4F9-2E7B-4057-BE66-4F45D3C2F279}" type="presParOf" srcId="{E39FE4FC-5757-4450-8AFA-C4B3BBCFA51E}" destId="{F3CB307C-7F23-4661-88DA-4F08D538000E}" srcOrd="2" destOrd="0" presId="urn:microsoft.com/office/officeart/2008/layout/AlternatingHexagons"/>
    <dgm:cxn modelId="{7C83EA3E-B5EE-4CC0-A3D3-6ADE894FC9F7}" type="presParOf" srcId="{E39FE4FC-5757-4450-8AFA-C4B3BBCFA51E}" destId="{F660272A-C279-4A34-9A22-49162B4A7083}" srcOrd="3" destOrd="0" presId="urn:microsoft.com/office/officeart/2008/layout/AlternatingHexagons"/>
    <dgm:cxn modelId="{E168F98C-0399-4ADE-942B-7AB8CB727B2C}" type="presParOf" srcId="{E39FE4FC-5757-4450-8AFA-C4B3BBCFA51E}" destId="{0D66D2AD-912A-4D6F-8F52-BC4B07A565BC}" srcOrd="4" destOrd="0" presId="urn:microsoft.com/office/officeart/2008/layout/AlternatingHexagons"/>
    <dgm:cxn modelId="{783557C5-3E2C-43E9-AD46-6263C8793A52}" type="presParOf" srcId="{1A67738C-7C70-4F65-B5AD-03A5FDE0646F}" destId="{6F13FF02-E0BA-46BE-A7B9-1DEDAADC4C8B}" srcOrd="1" destOrd="0" presId="urn:microsoft.com/office/officeart/2008/layout/AlternatingHexagons"/>
    <dgm:cxn modelId="{DD1BDDA5-85CB-49AD-B056-5FA278CB435D}" type="presParOf" srcId="{1A67738C-7C70-4F65-B5AD-03A5FDE0646F}" destId="{3BD5F42D-1429-4527-BA94-B46C5864A0F7}" srcOrd="2" destOrd="0" presId="urn:microsoft.com/office/officeart/2008/layout/AlternatingHexagons"/>
    <dgm:cxn modelId="{6A443C19-EEB3-4569-9BE6-C53F06682D4B}" type="presParOf" srcId="{3BD5F42D-1429-4527-BA94-B46C5864A0F7}" destId="{F739398B-61B7-40B2-A434-A186555AD6C8}" srcOrd="0" destOrd="0" presId="urn:microsoft.com/office/officeart/2008/layout/AlternatingHexagons"/>
    <dgm:cxn modelId="{92673A24-A155-426D-BF1B-155A76A5F084}" type="presParOf" srcId="{3BD5F42D-1429-4527-BA94-B46C5864A0F7}" destId="{D02B2E4A-4F2A-4FD7-9CC5-589728258164}" srcOrd="1" destOrd="0" presId="urn:microsoft.com/office/officeart/2008/layout/AlternatingHexagons"/>
    <dgm:cxn modelId="{57DC4850-1A05-4085-87CF-180086D18FA2}" type="presParOf" srcId="{3BD5F42D-1429-4527-BA94-B46C5864A0F7}" destId="{B7B3D799-4842-44AF-9806-5FDD54FC0548}" srcOrd="2" destOrd="0" presId="urn:microsoft.com/office/officeart/2008/layout/AlternatingHexagons"/>
    <dgm:cxn modelId="{5123F453-2A65-4BAA-BAEA-84F3E8B0CE15}" type="presParOf" srcId="{3BD5F42D-1429-4527-BA94-B46C5864A0F7}" destId="{AE938D3E-8CDD-448A-8C2F-CBD898C7009A}" srcOrd="3" destOrd="0" presId="urn:microsoft.com/office/officeart/2008/layout/AlternatingHexagons"/>
    <dgm:cxn modelId="{C9195128-086E-4F9F-817D-7C3286C04988}" type="presParOf" srcId="{3BD5F42D-1429-4527-BA94-B46C5864A0F7}" destId="{4813B38A-DD48-47F7-AF99-8A40167DD726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C3E662-F4B3-4CC9-80DB-282AE499F77E}" type="doc">
      <dgm:prSet loTypeId="urn:microsoft.com/office/officeart/2005/8/layout/list1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A29B89B-52D6-4B4D-BBF0-FFA8D166BD1E}">
      <dgm:prSet phldrT="[Text]" custT="1"/>
      <dgm:spPr/>
      <dgm:t>
        <a:bodyPr/>
        <a:lstStyle/>
        <a:p>
          <a:r>
            <a:rPr lang="en-US" sz="1600" b="1" dirty="0" smtClean="0"/>
            <a:t>Limited Payload</a:t>
          </a:r>
          <a:endParaRPr lang="en-US" sz="1600" b="1" dirty="0"/>
        </a:p>
      </dgm:t>
    </dgm:pt>
    <dgm:pt modelId="{18C4FE9F-5D0B-42C4-9C8A-FE9CB1046136}" cxnId="{CA3209A9-A88F-4E01-8E7F-97507D045A67}" type="parTrans">
      <dgm:prSet/>
      <dgm:spPr/>
      <dgm:t>
        <a:bodyPr/>
        <a:lstStyle/>
        <a:p>
          <a:endParaRPr lang="en-US"/>
        </a:p>
      </dgm:t>
    </dgm:pt>
    <dgm:pt modelId="{0AAF9319-8009-438B-993B-1C2F25FAA1EF}" cxnId="{CA3209A9-A88F-4E01-8E7F-97507D045A67}" type="sibTrans">
      <dgm:prSet/>
      <dgm:spPr/>
      <dgm:t>
        <a:bodyPr/>
        <a:lstStyle/>
        <a:p>
          <a:endParaRPr lang="en-US"/>
        </a:p>
      </dgm:t>
    </dgm:pt>
    <dgm:pt modelId="{E43BF11D-EE40-4AF9-9228-5F81298E9F1B}">
      <dgm:prSet phldrT="[Text]" custT="1"/>
      <dgm:spPr/>
      <dgm:t>
        <a:bodyPr/>
        <a:lstStyle/>
        <a:p>
          <a:r>
            <a:rPr lang="en-US" sz="1600" b="1" dirty="0" smtClean="0"/>
            <a:t>Cost &amp; Suspension</a:t>
          </a:r>
          <a:endParaRPr lang="en-US" sz="1600" b="1" dirty="0"/>
        </a:p>
      </dgm:t>
    </dgm:pt>
    <dgm:pt modelId="{D77756B5-AFBB-4B32-89C0-F14F6E6B7FD7}" cxnId="{2E08A7A5-F2E6-4383-90A0-E2AE2B1CA017}" type="parTrans">
      <dgm:prSet/>
      <dgm:spPr/>
      <dgm:t>
        <a:bodyPr/>
        <a:lstStyle/>
        <a:p>
          <a:endParaRPr lang="en-US"/>
        </a:p>
      </dgm:t>
    </dgm:pt>
    <dgm:pt modelId="{50404D16-5EEA-449B-BDB8-6384A039A560}" cxnId="{2E08A7A5-F2E6-4383-90A0-E2AE2B1CA017}" type="sibTrans">
      <dgm:prSet/>
      <dgm:spPr/>
      <dgm:t>
        <a:bodyPr/>
        <a:lstStyle/>
        <a:p>
          <a:endParaRPr lang="en-US"/>
        </a:p>
      </dgm:t>
    </dgm:pt>
    <dgm:pt modelId="{64A01C99-6990-4AA6-B247-D0E15C760CD5}">
      <dgm:prSet phldrT="[Text]" custT="1"/>
      <dgm:spPr/>
      <dgm:t>
        <a:bodyPr/>
        <a:lstStyle/>
        <a:p>
          <a:r>
            <a:rPr lang="en-US" sz="1600" b="1" dirty="0" smtClean="0"/>
            <a:t>Computationally Complex</a:t>
          </a:r>
          <a:endParaRPr lang="en-US" sz="1600" b="1" dirty="0"/>
        </a:p>
      </dgm:t>
    </dgm:pt>
    <dgm:pt modelId="{0652552E-AC08-47DE-8196-1DBE9AA9F8FD}" cxnId="{ECE27F29-5720-419F-A7DE-DA7E01D6900F}" type="parTrans">
      <dgm:prSet/>
      <dgm:spPr/>
      <dgm:t>
        <a:bodyPr/>
        <a:lstStyle/>
        <a:p>
          <a:endParaRPr lang="en-US"/>
        </a:p>
      </dgm:t>
    </dgm:pt>
    <dgm:pt modelId="{3268356C-3188-404C-9C0C-05F8441BFAA5}" cxnId="{ECE27F29-5720-419F-A7DE-DA7E01D6900F}" type="sibTrans">
      <dgm:prSet/>
      <dgm:spPr/>
      <dgm:t>
        <a:bodyPr/>
        <a:lstStyle/>
        <a:p>
          <a:endParaRPr lang="en-US"/>
        </a:p>
      </dgm:t>
    </dgm:pt>
    <dgm:pt modelId="{6EB8D371-A67F-4830-A80D-8111153ACFBF}" type="pres">
      <dgm:prSet presAssocID="{61C3E662-F4B3-4CC9-80DB-282AE499F77E}" presName="linear" presStyleCnt="0">
        <dgm:presLayoutVars>
          <dgm:dir/>
          <dgm:animLvl val="lvl"/>
          <dgm:resizeHandles val="exact"/>
        </dgm:presLayoutVars>
      </dgm:prSet>
      <dgm:spPr/>
    </dgm:pt>
    <dgm:pt modelId="{CAFFA47C-1C79-4BA2-84AB-87DD7697CCF5}" type="pres">
      <dgm:prSet presAssocID="{DA29B89B-52D6-4B4D-BBF0-FFA8D166BD1E}" presName="parentLin" presStyleCnt="0"/>
      <dgm:spPr/>
    </dgm:pt>
    <dgm:pt modelId="{49799B29-44FF-4236-BE82-AA4106B6A0AD}" type="pres">
      <dgm:prSet presAssocID="{DA29B89B-52D6-4B4D-BBF0-FFA8D166BD1E}" presName="parentLeftMargin" presStyleLbl="node1" presStyleIdx="0" presStyleCnt="3"/>
      <dgm:spPr/>
    </dgm:pt>
    <dgm:pt modelId="{4972B458-8E23-49C4-A9BD-5E8FA21F7A54}" type="pres">
      <dgm:prSet presAssocID="{DA29B89B-52D6-4B4D-BBF0-FFA8D166BD1E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2D0090-6290-4129-84C6-4551C89729A0}" type="pres">
      <dgm:prSet presAssocID="{DA29B89B-52D6-4B4D-BBF0-FFA8D166BD1E}" presName="negativeSpace" presStyleCnt="0"/>
      <dgm:spPr/>
    </dgm:pt>
    <dgm:pt modelId="{60B16E0C-DF74-4581-AD85-18E1C4F5959A}" type="pres">
      <dgm:prSet presAssocID="{DA29B89B-52D6-4B4D-BBF0-FFA8D166BD1E}" presName="childText" presStyleLbl="conFgAcc1" presStyleIdx="0" presStyleCnt="3">
        <dgm:presLayoutVars>
          <dgm:bulletEnabled val="1"/>
        </dgm:presLayoutVars>
      </dgm:prSet>
      <dgm:spPr/>
    </dgm:pt>
    <dgm:pt modelId="{D1FCA5B4-0B8C-47A2-920D-BD884795B21B}" type="pres">
      <dgm:prSet presAssocID="{0AAF9319-8009-438B-993B-1C2F25FAA1EF}" presName="spaceBetweenRectangles" presStyleCnt="0"/>
      <dgm:spPr/>
    </dgm:pt>
    <dgm:pt modelId="{E7BEF9D6-5D23-40B0-8F1C-E5BA13982A6B}" type="pres">
      <dgm:prSet presAssocID="{E43BF11D-EE40-4AF9-9228-5F81298E9F1B}" presName="parentLin" presStyleCnt="0"/>
      <dgm:spPr/>
    </dgm:pt>
    <dgm:pt modelId="{69BED6FC-C5E7-445A-81E0-BFF569703935}" type="pres">
      <dgm:prSet presAssocID="{E43BF11D-EE40-4AF9-9228-5F81298E9F1B}" presName="parentLeftMargin" presStyleLbl="node1" presStyleIdx="0" presStyleCnt="3"/>
      <dgm:spPr/>
    </dgm:pt>
    <dgm:pt modelId="{1700C180-8BF2-4FD8-BA29-E72E753B6F76}" type="pres">
      <dgm:prSet presAssocID="{E43BF11D-EE40-4AF9-9228-5F81298E9F1B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ED7BE0-89E6-40D4-A970-D9B0E7924BC7}" type="pres">
      <dgm:prSet presAssocID="{E43BF11D-EE40-4AF9-9228-5F81298E9F1B}" presName="negativeSpace" presStyleCnt="0"/>
      <dgm:spPr/>
    </dgm:pt>
    <dgm:pt modelId="{EC940FAF-B106-4495-9AD3-DFAA7FCB097C}" type="pres">
      <dgm:prSet presAssocID="{E43BF11D-EE40-4AF9-9228-5F81298E9F1B}" presName="childText" presStyleLbl="conFgAcc1" presStyleIdx="1" presStyleCnt="3">
        <dgm:presLayoutVars>
          <dgm:bulletEnabled val="1"/>
        </dgm:presLayoutVars>
      </dgm:prSet>
      <dgm:spPr/>
    </dgm:pt>
    <dgm:pt modelId="{C421FAA7-9793-4D60-916C-1E69753C2D69}" type="pres">
      <dgm:prSet presAssocID="{50404D16-5EEA-449B-BDB8-6384A039A560}" presName="spaceBetweenRectangles" presStyleCnt="0"/>
      <dgm:spPr/>
    </dgm:pt>
    <dgm:pt modelId="{4303D48D-ACDF-4C9F-B46F-8233DF0A0601}" type="pres">
      <dgm:prSet presAssocID="{64A01C99-6990-4AA6-B247-D0E15C760CD5}" presName="parentLin" presStyleCnt="0"/>
      <dgm:spPr/>
    </dgm:pt>
    <dgm:pt modelId="{7DDE4890-4422-4D5F-A86B-A266D8D315C5}" type="pres">
      <dgm:prSet presAssocID="{64A01C99-6990-4AA6-B247-D0E15C760CD5}" presName="parentLeftMargin" presStyleLbl="node1" presStyleIdx="1" presStyleCnt="3"/>
      <dgm:spPr/>
    </dgm:pt>
    <dgm:pt modelId="{5AC10AA7-D0F9-4FAA-88F1-A6F202CEFAB7}" type="pres">
      <dgm:prSet presAssocID="{64A01C99-6990-4AA6-B247-D0E15C760CD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EE7ECF8-FD0A-487A-BAE1-6EF330A23DDB}" type="pres">
      <dgm:prSet presAssocID="{64A01C99-6990-4AA6-B247-D0E15C760CD5}" presName="negativeSpace" presStyleCnt="0"/>
      <dgm:spPr/>
    </dgm:pt>
    <dgm:pt modelId="{3AB88D4B-B98F-41A4-9965-F77A0875E75E}" type="pres">
      <dgm:prSet presAssocID="{64A01C99-6990-4AA6-B247-D0E15C760CD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CE27F29-5720-419F-A7DE-DA7E01D6900F}" srcId="{61C3E662-F4B3-4CC9-80DB-282AE499F77E}" destId="{64A01C99-6990-4AA6-B247-D0E15C760CD5}" srcOrd="2" destOrd="0" parTransId="{0652552E-AC08-47DE-8196-1DBE9AA9F8FD}" sibTransId="{3268356C-3188-404C-9C0C-05F8441BFAA5}"/>
    <dgm:cxn modelId="{2E08A7A5-F2E6-4383-90A0-E2AE2B1CA017}" srcId="{61C3E662-F4B3-4CC9-80DB-282AE499F77E}" destId="{E43BF11D-EE40-4AF9-9228-5F81298E9F1B}" srcOrd="1" destOrd="0" parTransId="{D77756B5-AFBB-4B32-89C0-F14F6E6B7FD7}" sibTransId="{50404D16-5EEA-449B-BDB8-6384A039A560}"/>
    <dgm:cxn modelId="{CA3209A9-A88F-4E01-8E7F-97507D045A67}" srcId="{61C3E662-F4B3-4CC9-80DB-282AE499F77E}" destId="{DA29B89B-52D6-4B4D-BBF0-FFA8D166BD1E}" srcOrd="0" destOrd="0" parTransId="{18C4FE9F-5D0B-42C4-9C8A-FE9CB1046136}" sibTransId="{0AAF9319-8009-438B-993B-1C2F25FAA1EF}"/>
    <dgm:cxn modelId="{1183EA95-C9FE-4425-A742-C8B6BA551971}" type="presOf" srcId="{DA29B89B-52D6-4B4D-BBF0-FFA8D166BD1E}" destId="{49799B29-44FF-4236-BE82-AA4106B6A0AD}" srcOrd="0" destOrd="0" presId="urn:microsoft.com/office/officeart/2005/8/layout/list1"/>
    <dgm:cxn modelId="{80A8974F-C203-4C41-B6C1-A2F70674434F}" type="presOf" srcId="{DA29B89B-52D6-4B4D-BBF0-FFA8D166BD1E}" destId="{4972B458-8E23-49C4-A9BD-5E8FA21F7A54}" srcOrd="1" destOrd="0" presId="urn:microsoft.com/office/officeart/2005/8/layout/list1"/>
    <dgm:cxn modelId="{2EBCBBBE-4B7D-4D73-8169-3802E7706EB8}" type="presOf" srcId="{E43BF11D-EE40-4AF9-9228-5F81298E9F1B}" destId="{1700C180-8BF2-4FD8-BA29-E72E753B6F76}" srcOrd="1" destOrd="0" presId="urn:microsoft.com/office/officeart/2005/8/layout/list1"/>
    <dgm:cxn modelId="{138A1816-F497-4417-A670-2F29FDCB385F}" type="presOf" srcId="{61C3E662-F4B3-4CC9-80DB-282AE499F77E}" destId="{6EB8D371-A67F-4830-A80D-8111153ACFBF}" srcOrd="0" destOrd="0" presId="urn:microsoft.com/office/officeart/2005/8/layout/list1"/>
    <dgm:cxn modelId="{788F50C8-75FD-4707-8D6F-DF84FD4632B2}" type="presOf" srcId="{64A01C99-6990-4AA6-B247-D0E15C760CD5}" destId="{5AC10AA7-D0F9-4FAA-88F1-A6F202CEFAB7}" srcOrd="1" destOrd="0" presId="urn:microsoft.com/office/officeart/2005/8/layout/list1"/>
    <dgm:cxn modelId="{B5456B5D-909E-41E7-B59C-33A40DC5EED2}" type="presOf" srcId="{E43BF11D-EE40-4AF9-9228-5F81298E9F1B}" destId="{69BED6FC-C5E7-445A-81E0-BFF569703935}" srcOrd="0" destOrd="0" presId="urn:microsoft.com/office/officeart/2005/8/layout/list1"/>
    <dgm:cxn modelId="{7ED14CC1-6CFC-4146-A86A-D9077329D000}" type="presOf" srcId="{64A01C99-6990-4AA6-B247-D0E15C760CD5}" destId="{7DDE4890-4422-4D5F-A86B-A266D8D315C5}" srcOrd="0" destOrd="0" presId="urn:microsoft.com/office/officeart/2005/8/layout/list1"/>
    <dgm:cxn modelId="{3CBF0D42-430E-4D3F-95A4-344D0877E800}" type="presParOf" srcId="{6EB8D371-A67F-4830-A80D-8111153ACFBF}" destId="{CAFFA47C-1C79-4BA2-84AB-87DD7697CCF5}" srcOrd="0" destOrd="0" presId="urn:microsoft.com/office/officeart/2005/8/layout/list1"/>
    <dgm:cxn modelId="{140E7EB2-11CF-4626-BAE2-9B9F18D1BF12}" type="presParOf" srcId="{CAFFA47C-1C79-4BA2-84AB-87DD7697CCF5}" destId="{49799B29-44FF-4236-BE82-AA4106B6A0AD}" srcOrd="0" destOrd="0" presId="urn:microsoft.com/office/officeart/2005/8/layout/list1"/>
    <dgm:cxn modelId="{BEECE74D-F7E9-4EA3-A577-0C13D366A094}" type="presParOf" srcId="{CAFFA47C-1C79-4BA2-84AB-87DD7697CCF5}" destId="{4972B458-8E23-49C4-A9BD-5E8FA21F7A54}" srcOrd="1" destOrd="0" presId="urn:microsoft.com/office/officeart/2005/8/layout/list1"/>
    <dgm:cxn modelId="{6DF2B386-8572-4DDE-9151-636DCB947961}" type="presParOf" srcId="{6EB8D371-A67F-4830-A80D-8111153ACFBF}" destId="{C82D0090-6290-4129-84C6-4551C89729A0}" srcOrd="1" destOrd="0" presId="urn:microsoft.com/office/officeart/2005/8/layout/list1"/>
    <dgm:cxn modelId="{3CD96B3A-A9B4-4A98-B007-6391126ED164}" type="presParOf" srcId="{6EB8D371-A67F-4830-A80D-8111153ACFBF}" destId="{60B16E0C-DF74-4581-AD85-18E1C4F5959A}" srcOrd="2" destOrd="0" presId="urn:microsoft.com/office/officeart/2005/8/layout/list1"/>
    <dgm:cxn modelId="{F915E726-A8B6-4420-A4EB-551894D2085B}" type="presParOf" srcId="{6EB8D371-A67F-4830-A80D-8111153ACFBF}" destId="{D1FCA5B4-0B8C-47A2-920D-BD884795B21B}" srcOrd="3" destOrd="0" presId="urn:microsoft.com/office/officeart/2005/8/layout/list1"/>
    <dgm:cxn modelId="{292C7DEC-D74C-4ED8-A8D9-2E893401477B}" type="presParOf" srcId="{6EB8D371-A67F-4830-A80D-8111153ACFBF}" destId="{E7BEF9D6-5D23-40B0-8F1C-E5BA13982A6B}" srcOrd="4" destOrd="0" presId="urn:microsoft.com/office/officeart/2005/8/layout/list1"/>
    <dgm:cxn modelId="{A6B74693-21BB-481E-AECA-C322F1273F8D}" type="presParOf" srcId="{E7BEF9D6-5D23-40B0-8F1C-E5BA13982A6B}" destId="{69BED6FC-C5E7-445A-81E0-BFF569703935}" srcOrd="0" destOrd="0" presId="urn:microsoft.com/office/officeart/2005/8/layout/list1"/>
    <dgm:cxn modelId="{1D3366C9-5FBA-4939-A544-32C2900BE3EA}" type="presParOf" srcId="{E7BEF9D6-5D23-40B0-8F1C-E5BA13982A6B}" destId="{1700C180-8BF2-4FD8-BA29-E72E753B6F76}" srcOrd="1" destOrd="0" presId="urn:microsoft.com/office/officeart/2005/8/layout/list1"/>
    <dgm:cxn modelId="{6288B49D-43F8-47F9-8233-6050B3A6451E}" type="presParOf" srcId="{6EB8D371-A67F-4830-A80D-8111153ACFBF}" destId="{83ED7BE0-89E6-40D4-A970-D9B0E7924BC7}" srcOrd="5" destOrd="0" presId="urn:microsoft.com/office/officeart/2005/8/layout/list1"/>
    <dgm:cxn modelId="{DF9DCFBE-8083-4A2B-8A46-9FFA4DCC335C}" type="presParOf" srcId="{6EB8D371-A67F-4830-A80D-8111153ACFBF}" destId="{EC940FAF-B106-4495-9AD3-DFAA7FCB097C}" srcOrd="6" destOrd="0" presId="urn:microsoft.com/office/officeart/2005/8/layout/list1"/>
    <dgm:cxn modelId="{659ED254-0B08-41C2-99EB-8CBA4D9011C4}" type="presParOf" srcId="{6EB8D371-A67F-4830-A80D-8111153ACFBF}" destId="{C421FAA7-9793-4D60-916C-1E69753C2D69}" srcOrd="7" destOrd="0" presId="urn:microsoft.com/office/officeart/2005/8/layout/list1"/>
    <dgm:cxn modelId="{E9F762A3-A373-44C8-912B-263C4ABF11A5}" type="presParOf" srcId="{6EB8D371-A67F-4830-A80D-8111153ACFBF}" destId="{4303D48D-ACDF-4C9F-B46F-8233DF0A0601}" srcOrd="8" destOrd="0" presId="urn:microsoft.com/office/officeart/2005/8/layout/list1"/>
    <dgm:cxn modelId="{C7B3F5C2-47A9-4B19-A221-1BA14271F0DF}" type="presParOf" srcId="{4303D48D-ACDF-4C9F-B46F-8233DF0A0601}" destId="{7DDE4890-4422-4D5F-A86B-A266D8D315C5}" srcOrd="0" destOrd="0" presId="urn:microsoft.com/office/officeart/2005/8/layout/list1"/>
    <dgm:cxn modelId="{ACC0942F-27DE-4C9C-9B4E-3E2EBC12086D}" type="presParOf" srcId="{4303D48D-ACDF-4C9F-B46F-8233DF0A0601}" destId="{5AC10AA7-D0F9-4FAA-88F1-A6F202CEFAB7}" srcOrd="1" destOrd="0" presId="urn:microsoft.com/office/officeart/2005/8/layout/list1"/>
    <dgm:cxn modelId="{A2F88D2D-F5CD-4000-B7FB-80B2CFEDBA5C}" type="presParOf" srcId="{6EB8D371-A67F-4830-A80D-8111153ACFBF}" destId="{1EE7ECF8-FD0A-487A-BAE1-6EF330A23DDB}" srcOrd="9" destOrd="0" presId="urn:microsoft.com/office/officeart/2005/8/layout/list1"/>
    <dgm:cxn modelId="{CC797938-B506-4124-8875-4AEDB2EE249D}" type="presParOf" srcId="{6EB8D371-A67F-4830-A80D-8111153ACFBF}" destId="{3AB88D4B-B98F-41A4-9965-F77A0875E75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432BB1-13EF-433F-9542-38508E0B5228}" type="doc">
      <dgm:prSet loTypeId="urn:microsoft.com/office/officeart/2005/8/layout/cycle6" loCatId="relationship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DF0BF7C-D275-4F28-9C14-F0AE8BCAEAD4}">
      <dgm:prSet phldrT="[Text]" custT="1"/>
      <dgm:spPr/>
      <dgm:t>
        <a:bodyPr/>
        <a:lstStyle/>
        <a:p>
          <a:r>
            <a:rPr lang="en-US" sz="1600" b="1" dirty="0" smtClean="0"/>
            <a:t>Complex Trajectories</a:t>
          </a:r>
          <a:endParaRPr lang="en-US" sz="1600" b="1" dirty="0"/>
        </a:p>
      </dgm:t>
    </dgm:pt>
    <dgm:pt modelId="{FC51CA6B-6689-492C-8C0B-9BC510F7B132}" cxnId="{71058E71-4C1B-401B-95EE-CDA7E49EB45F}" type="parTrans">
      <dgm:prSet/>
      <dgm:spPr/>
      <dgm:t>
        <a:bodyPr/>
        <a:lstStyle/>
        <a:p>
          <a:endParaRPr lang="en-US"/>
        </a:p>
      </dgm:t>
    </dgm:pt>
    <dgm:pt modelId="{B7AEDCD3-1ECA-4A0C-88E9-FF099291CF97}" cxnId="{71058E71-4C1B-401B-95EE-CDA7E49EB45F}" type="sibTrans">
      <dgm:prSet/>
      <dgm:spPr/>
      <dgm:t>
        <a:bodyPr/>
        <a:lstStyle/>
        <a:p>
          <a:endParaRPr lang="en-US"/>
        </a:p>
      </dgm:t>
    </dgm:pt>
    <dgm:pt modelId="{6DA5C8D1-39C0-47D0-AC05-CC2CE8DC85BD}">
      <dgm:prSet phldrT="[Text]" custT="1"/>
      <dgm:spPr/>
      <dgm:t>
        <a:bodyPr/>
        <a:lstStyle/>
        <a:p>
          <a:r>
            <a:rPr lang="en-US" sz="1600" b="1" dirty="0" smtClean="0"/>
            <a:t>Warehouse Automation</a:t>
          </a:r>
          <a:endParaRPr lang="en-US" sz="1600" b="1" dirty="0"/>
        </a:p>
      </dgm:t>
    </dgm:pt>
    <dgm:pt modelId="{1227DC55-83FC-4945-A13B-D19EA90CA087}" cxnId="{E99CB3B6-650F-4678-8982-3B250E16DDF3}" type="parTrans">
      <dgm:prSet/>
      <dgm:spPr/>
      <dgm:t>
        <a:bodyPr/>
        <a:lstStyle/>
        <a:p>
          <a:endParaRPr lang="en-US"/>
        </a:p>
      </dgm:t>
    </dgm:pt>
    <dgm:pt modelId="{34B88FC7-2BE4-4225-A372-AE525D524633}" cxnId="{E99CB3B6-650F-4678-8982-3B250E16DDF3}" type="sibTrans">
      <dgm:prSet/>
      <dgm:spPr/>
      <dgm:t>
        <a:bodyPr/>
        <a:lstStyle/>
        <a:p>
          <a:endParaRPr lang="en-US"/>
        </a:p>
      </dgm:t>
    </dgm:pt>
    <dgm:pt modelId="{C351EFB1-418C-4D8F-A70F-C85CDC2C8D7B}">
      <dgm:prSet phldrT="[Text]" custT="1"/>
      <dgm:spPr/>
      <dgm:t>
        <a:bodyPr/>
        <a:lstStyle/>
        <a:p>
          <a:r>
            <a:rPr lang="en-US" sz="1600" b="1" dirty="0" smtClean="0"/>
            <a:t>Flexible material handling </a:t>
          </a:r>
          <a:endParaRPr lang="en-US" sz="1600" b="1" dirty="0"/>
        </a:p>
      </dgm:t>
    </dgm:pt>
    <dgm:pt modelId="{CCF3E43E-7951-481B-B7AD-AD2E246D0487}" cxnId="{D99FD209-123A-4747-AF3D-55B0F118BFAA}" type="parTrans">
      <dgm:prSet/>
      <dgm:spPr/>
      <dgm:t>
        <a:bodyPr/>
        <a:lstStyle/>
        <a:p>
          <a:endParaRPr lang="en-US"/>
        </a:p>
      </dgm:t>
    </dgm:pt>
    <dgm:pt modelId="{14741B5E-E931-4AA2-AEFC-4289AE5ECA52}" cxnId="{D99FD209-123A-4747-AF3D-55B0F118BFAA}" type="sibTrans">
      <dgm:prSet/>
      <dgm:spPr/>
      <dgm:t>
        <a:bodyPr/>
        <a:lstStyle/>
        <a:p>
          <a:endParaRPr lang="en-US"/>
        </a:p>
      </dgm:t>
    </dgm:pt>
    <dgm:pt modelId="{EEA7BA76-FA62-4FDB-8AE8-199C830F6E44}">
      <dgm:prSet phldrT="[Text]" custT="1"/>
      <dgm:spPr/>
      <dgm:t>
        <a:bodyPr/>
        <a:lstStyle/>
        <a:p>
          <a:r>
            <a:rPr lang="en-US" sz="1600" b="1" dirty="0" smtClean="0"/>
            <a:t>Hospitality and  Narrow Aisles</a:t>
          </a:r>
          <a:endParaRPr lang="en-US" sz="1600" b="1" dirty="0"/>
        </a:p>
      </dgm:t>
    </dgm:pt>
    <dgm:pt modelId="{4039FFFD-DD31-4C8E-B218-3FE9B3544093}" cxnId="{AA547471-C154-4DF2-B939-C30120982AC6}" type="parTrans">
      <dgm:prSet/>
      <dgm:spPr/>
      <dgm:t>
        <a:bodyPr/>
        <a:lstStyle/>
        <a:p>
          <a:endParaRPr lang="en-US"/>
        </a:p>
      </dgm:t>
    </dgm:pt>
    <dgm:pt modelId="{39F4308E-DED5-4FED-B443-6E6526F1C765}" cxnId="{AA547471-C154-4DF2-B939-C30120982AC6}" type="sibTrans">
      <dgm:prSet/>
      <dgm:spPr/>
      <dgm:t>
        <a:bodyPr/>
        <a:lstStyle/>
        <a:p>
          <a:endParaRPr lang="en-US"/>
        </a:p>
      </dgm:t>
    </dgm:pt>
    <dgm:pt modelId="{40A6C379-E71A-4EFB-AD4C-9C6492E3AA6B}">
      <dgm:prSet phldrT="[Text]" custT="1"/>
      <dgm:spPr/>
      <dgm:t>
        <a:bodyPr/>
        <a:lstStyle/>
        <a:p>
          <a:r>
            <a:rPr lang="en-US" sz="1600" b="1" dirty="0" smtClean="0"/>
            <a:t>Manufacturing and Security</a:t>
          </a:r>
          <a:endParaRPr lang="en-US" sz="1600" b="1" dirty="0"/>
        </a:p>
      </dgm:t>
    </dgm:pt>
    <dgm:pt modelId="{01B1659C-6F6E-4704-9695-B3153C1FAE5C}" cxnId="{932410CD-71EF-4F7C-9072-544C8F21904A}" type="parTrans">
      <dgm:prSet/>
      <dgm:spPr/>
      <dgm:t>
        <a:bodyPr/>
        <a:lstStyle/>
        <a:p>
          <a:endParaRPr lang="en-US"/>
        </a:p>
      </dgm:t>
    </dgm:pt>
    <dgm:pt modelId="{95DC6C9C-C940-4332-A7DD-DE32AFCCC919}" cxnId="{932410CD-71EF-4F7C-9072-544C8F21904A}" type="sibTrans">
      <dgm:prSet/>
      <dgm:spPr/>
      <dgm:t>
        <a:bodyPr/>
        <a:lstStyle/>
        <a:p>
          <a:endParaRPr lang="en-US"/>
        </a:p>
      </dgm:t>
    </dgm:pt>
    <dgm:pt modelId="{C5E2A579-ADB9-4545-B243-108474CF5672}" type="pres">
      <dgm:prSet presAssocID="{2A432BB1-13EF-433F-9542-38508E0B5228}" presName="cycle" presStyleCnt="0">
        <dgm:presLayoutVars>
          <dgm:dir/>
          <dgm:resizeHandles val="exact"/>
        </dgm:presLayoutVars>
      </dgm:prSet>
      <dgm:spPr/>
    </dgm:pt>
    <dgm:pt modelId="{0240EB6E-C29C-479C-95F9-F586790BDB95}" type="pres">
      <dgm:prSet presAssocID="{0DF0BF7C-D275-4F28-9C14-F0AE8BCAEAD4}" presName="node" presStyleLbl="node1" presStyleIdx="0" presStyleCnt="5" custScaleX="17823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11753C-51BE-4E62-9BD4-2DB6F11092C1}" type="pres">
      <dgm:prSet presAssocID="{0DF0BF7C-D275-4F28-9C14-F0AE8BCAEAD4}" presName="spNode" presStyleCnt="0"/>
      <dgm:spPr/>
    </dgm:pt>
    <dgm:pt modelId="{5AEE79CC-68FA-43F8-8DF0-1C10A81D9BC4}" type="pres">
      <dgm:prSet presAssocID="{B7AEDCD3-1ECA-4A0C-88E9-FF099291CF97}" presName="sibTrans" presStyleLbl="sibTrans1D1" presStyleIdx="0" presStyleCnt="5"/>
      <dgm:spPr/>
    </dgm:pt>
    <dgm:pt modelId="{C3E0A651-F799-49D5-8DBC-5C4C9F0AC752}" type="pres">
      <dgm:prSet presAssocID="{6DA5C8D1-39C0-47D0-AC05-CC2CE8DC85BD}" presName="node" presStyleLbl="node1" presStyleIdx="1" presStyleCnt="5" custScaleX="18624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03C943-89FF-4F3C-B560-D1E7075F57C5}" type="pres">
      <dgm:prSet presAssocID="{6DA5C8D1-39C0-47D0-AC05-CC2CE8DC85BD}" presName="spNode" presStyleCnt="0"/>
      <dgm:spPr/>
    </dgm:pt>
    <dgm:pt modelId="{EA64A51E-A311-4AF0-8A5E-4761858D7705}" type="pres">
      <dgm:prSet presAssocID="{34B88FC7-2BE4-4225-A372-AE525D524633}" presName="sibTrans" presStyleLbl="sibTrans1D1" presStyleIdx="1" presStyleCnt="5"/>
      <dgm:spPr/>
    </dgm:pt>
    <dgm:pt modelId="{8DDFEE6D-2AD4-4427-8096-AD4DC9D3FD02}" type="pres">
      <dgm:prSet presAssocID="{C351EFB1-418C-4D8F-A70F-C85CDC2C8D7B}" presName="node" presStyleLbl="node1" presStyleIdx="2" presStyleCnt="5" custScaleX="177403" custRadScaleRad="103120" custRadScaleInc="-7767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3B5AB0-C18A-4417-9C64-5A29DF318A57}" type="pres">
      <dgm:prSet presAssocID="{C351EFB1-418C-4D8F-A70F-C85CDC2C8D7B}" presName="spNode" presStyleCnt="0"/>
      <dgm:spPr/>
    </dgm:pt>
    <dgm:pt modelId="{AC757A5C-3B6C-4FB7-AA4B-501DBBDE6886}" type="pres">
      <dgm:prSet presAssocID="{14741B5E-E931-4AA2-AEFC-4289AE5ECA52}" presName="sibTrans" presStyleLbl="sibTrans1D1" presStyleIdx="2" presStyleCnt="5"/>
      <dgm:spPr/>
    </dgm:pt>
    <dgm:pt modelId="{45A42DDC-CF47-40D6-BCD8-5DF03FD9C442}" type="pres">
      <dgm:prSet presAssocID="{EEA7BA76-FA62-4FDB-8AE8-199C830F6E44}" presName="node" presStyleLbl="node1" presStyleIdx="3" presStyleCnt="5" custScaleX="171108" custRadScaleRad="102221" custRadScaleInc="7618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AFA506-5818-4C22-8EFF-AEE29AC5DA4F}" type="pres">
      <dgm:prSet presAssocID="{EEA7BA76-FA62-4FDB-8AE8-199C830F6E44}" presName="spNode" presStyleCnt="0"/>
      <dgm:spPr/>
    </dgm:pt>
    <dgm:pt modelId="{B024B55A-5B26-4789-8817-06B857B6F6A0}" type="pres">
      <dgm:prSet presAssocID="{39F4308E-DED5-4FED-B443-6E6526F1C765}" presName="sibTrans" presStyleLbl="sibTrans1D1" presStyleIdx="3" presStyleCnt="5"/>
      <dgm:spPr/>
    </dgm:pt>
    <dgm:pt modelId="{E82950A6-BEC2-463F-B5CA-C7185D5C612F}" type="pres">
      <dgm:prSet presAssocID="{40A6C379-E71A-4EFB-AD4C-9C6492E3AA6B}" presName="node" presStyleLbl="node1" presStyleIdx="4" presStyleCnt="5" custScaleX="17738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F26BEC-67A1-4732-AE97-2CE3BBA2367C}" type="pres">
      <dgm:prSet presAssocID="{40A6C379-E71A-4EFB-AD4C-9C6492E3AA6B}" presName="spNode" presStyleCnt="0"/>
      <dgm:spPr/>
    </dgm:pt>
    <dgm:pt modelId="{C4AF3E47-1A85-432D-9A63-E1C8619B04D7}" type="pres">
      <dgm:prSet presAssocID="{95DC6C9C-C940-4332-A7DD-DE32AFCCC919}" presName="sibTrans" presStyleLbl="sibTrans1D1" presStyleIdx="4" presStyleCnt="5"/>
      <dgm:spPr/>
    </dgm:pt>
  </dgm:ptLst>
  <dgm:cxnLst>
    <dgm:cxn modelId="{F28BAFA6-11FE-4FB8-A137-0CC73409E5F5}" type="presOf" srcId="{C351EFB1-418C-4D8F-A70F-C85CDC2C8D7B}" destId="{8DDFEE6D-2AD4-4427-8096-AD4DC9D3FD02}" srcOrd="0" destOrd="0" presId="urn:microsoft.com/office/officeart/2005/8/layout/cycle6"/>
    <dgm:cxn modelId="{932410CD-71EF-4F7C-9072-544C8F21904A}" srcId="{2A432BB1-13EF-433F-9542-38508E0B5228}" destId="{40A6C379-E71A-4EFB-AD4C-9C6492E3AA6B}" srcOrd="4" destOrd="0" parTransId="{01B1659C-6F6E-4704-9695-B3153C1FAE5C}" sibTransId="{95DC6C9C-C940-4332-A7DD-DE32AFCCC919}"/>
    <dgm:cxn modelId="{A52498BD-DCB1-4F78-93FF-359193B70884}" type="presOf" srcId="{EEA7BA76-FA62-4FDB-8AE8-199C830F6E44}" destId="{45A42DDC-CF47-40D6-BCD8-5DF03FD9C442}" srcOrd="0" destOrd="0" presId="urn:microsoft.com/office/officeart/2005/8/layout/cycle6"/>
    <dgm:cxn modelId="{252A1E6E-8B0C-4BEE-A0AD-FDDF223D03AD}" type="presOf" srcId="{6DA5C8D1-39C0-47D0-AC05-CC2CE8DC85BD}" destId="{C3E0A651-F799-49D5-8DBC-5C4C9F0AC752}" srcOrd="0" destOrd="0" presId="urn:microsoft.com/office/officeart/2005/8/layout/cycle6"/>
    <dgm:cxn modelId="{9406543B-CB7F-4A67-B4E1-47FF80E64615}" type="presOf" srcId="{34B88FC7-2BE4-4225-A372-AE525D524633}" destId="{EA64A51E-A311-4AF0-8A5E-4761858D7705}" srcOrd="0" destOrd="0" presId="urn:microsoft.com/office/officeart/2005/8/layout/cycle6"/>
    <dgm:cxn modelId="{E1A568C0-1A4C-4A47-B045-3452BF7522A5}" type="presOf" srcId="{0DF0BF7C-D275-4F28-9C14-F0AE8BCAEAD4}" destId="{0240EB6E-C29C-479C-95F9-F586790BDB95}" srcOrd="0" destOrd="0" presId="urn:microsoft.com/office/officeart/2005/8/layout/cycle6"/>
    <dgm:cxn modelId="{B4F36533-22F6-495C-ABBF-6D669BBA16D1}" type="presOf" srcId="{40A6C379-E71A-4EFB-AD4C-9C6492E3AA6B}" destId="{E82950A6-BEC2-463F-B5CA-C7185D5C612F}" srcOrd="0" destOrd="0" presId="urn:microsoft.com/office/officeart/2005/8/layout/cycle6"/>
    <dgm:cxn modelId="{71058E71-4C1B-401B-95EE-CDA7E49EB45F}" srcId="{2A432BB1-13EF-433F-9542-38508E0B5228}" destId="{0DF0BF7C-D275-4F28-9C14-F0AE8BCAEAD4}" srcOrd="0" destOrd="0" parTransId="{FC51CA6B-6689-492C-8C0B-9BC510F7B132}" sibTransId="{B7AEDCD3-1ECA-4A0C-88E9-FF099291CF97}"/>
    <dgm:cxn modelId="{AA547471-C154-4DF2-B939-C30120982AC6}" srcId="{2A432BB1-13EF-433F-9542-38508E0B5228}" destId="{EEA7BA76-FA62-4FDB-8AE8-199C830F6E44}" srcOrd="3" destOrd="0" parTransId="{4039FFFD-DD31-4C8E-B218-3FE9B3544093}" sibTransId="{39F4308E-DED5-4FED-B443-6E6526F1C765}"/>
    <dgm:cxn modelId="{881A2FEE-0426-45E6-9973-9CCAE6D539E0}" type="presOf" srcId="{95DC6C9C-C940-4332-A7DD-DE32AFCCC919}" destId="{C4AF3E47-1A85-432D-9A63-E1C8619B04D7}" srcOrd="0" destOrd="0" presId="urn:microsoft.com/office/officeart/2005/8/layout/cycle6"/>
    <dgm:cxn modelId="{E99CB3B6-650F-4678-8982-3B250E16DDF3}" srcId="{2A432BB1-13EF-433F-9542-38508E0B5228}" destId="{6DA5C8D1-39C0-47D0-AC05-CC2CE8DC85BD}" srcOrd="1" destOrd="0" parTransId="{1227DC55-83FC-4945-A13B-D19EA90CA087}" sibTransId="{34B88FC7-2BE4-4225-A372-AE525D524633}"/>
    <dgm:cxn modelId="{B9E173D0-A816-43FF-822E-7F11B76FCAE1}" type="presOf" srcId="{39F4308E-DED5-4FED-B443-6E6526F1C765}" destId="{B024B55A-5B26-4789-8817-06B857B6F6A0}" srcOrd="0" destOrd="0" presId="urn:microsoft.com/office/officeart/2005/8/layout/cycle6"/>
    <dgm:cxn modelId="{D99FD209-123A-4747-AF3D-55B0F118BFAA}" srcId="{2A432BB1-13EF-433F-9542-38508E0B5228}" destId="{C351EFB1-418C-4D8F-A70F-C85CDC2C8D7B}" srcOrd="2" destOrd="0" parTransId="{CCF3E43E-7951-481B-B7AD-AD2E246D0487}" sibTransId="{14741B5E-E931-4AA2-AEFC-4289AE5ECA52}"/>
    <dgm:cxn modelId="{1166977E-0376-4FC5-B4D8-A86A0F25BEDF}" type="presOf" srcId="{2A432BB1-13EF-433F-9542-38508E0B5228}" destId="{C5E2A579-ADB9-4545-B243-108474CF5672}" srcOrd="0" destOrd="0" presId="urn:microsoft.com/office/officeart/2005/8/layout/cycle6"/>
    <dgm:cxn modelId="{8D5591D3-A01E-42E9-A314-C4C8C45F9119}" type="presOf" srcId="{B7AEDCD3-1ECA-4A0C-88E9-FF099291CF97}" destId="{5AEE79CC-68FA-43F8-8DF0-1C10A81D9BC4}" srcOrd="0" destOrd="0" presId="urn:microsoft.com/office/officeart/2005/8/layout/cycle6"/>
    <dgm:cxn modelId="{42B36DF9-41BA-4F25-AB12-2EDA34B3448B}" type="presOf" srcId="{14741B5E-E931-4AA2-AEFC-4289AE5ECA52}" destId="{AC757A5C-3B6C-4FB7-AA4B-501DBBDE6886}" srcOrd="0" destOrd="0" presId="urn:microsoft.com/office/officeart/2005/8/layout/cycle6"/>
    <dgm:cxn modelId="{44DD7E76-7968-4B62-8038-D280A26100EE}" type="presParOf" srcId="{C5E2A579-ADB9-4545-B243-108474CF5672}" destId="{0240EB6E-C29C-479C-95F9-F586790BDB95}" srcOrd="0" destOrd="0" presId="urn:microsoft.com/office/officeart/2005/8/layout/cycle6"/>
    <dgm:cxn modelId="{93D56687-6518-4543-9BD9-1BF6F536F55E}" type="presParOf" srcId="{C5E2A579-ADB9-4545-B243-108474CF5672}" destId="{7111753C-51BE-4E62-9BD4-2DB6F11092C1}" srcOrd="1" destOrd="0" presId="urn:microsoft.com/office/officeart/2005/8/layout/cycle6"/>
    <dgm:cxn modelId="{CF6DB480-2311-41FA-AC37-29721FFC493B}" type="presParOf" srcId="{C5E2A579-ADB9-4545-B243-108474CF5672}" destId="{5AEE79CC-68FA-43F8-8DF0-1C10A81D9BC4}" srcOrd="2" destOrd="0" presId="urn:microsoft.com/office/officeart/2005/8/layout/cycle6"/>
    <dgm:cxn modelId="{7D624885-C96C-4569-AFDC-F97A3AF29448}" type="presParOf" srcId="{C5E2A579-ADB9-4545-B243-108474CF5672}" destId="{C3E0A651-F799-49D5-8DBC-5C4C9F0AC752}" srcOrd="3" destOrd="0" presId="urn:microsoft.com/office/officeart/2005/8/layout/cycle6"/>
    <dgm:cxn modelId="{023BAAD7-B723-468D-A7AB-FE26CCB08FA2}" type="presParOf" srcId="{C5E2A579-ADB9-4545-B243-108474CF5672}" destId="{8F03C943-89FF-4F3C-B560-D1E7075F57C5}" srcOrd="4" destOrd="0" presId="urn:microsoft.com/office/officeart/2005/8/layout/cycle6"/>
    <dgm:cxn modelId="{9775541B-21BC-4911-ACBE-E548BBF533C8}" type="presParOf" srcId="{C5E2A579-ADB9-4545-B243-108474CF5672}" destId="{EA64A51E-A311-4AF0-8A5E-4761858D7705}" srcOrd="5" destOrd="0" presId="urn:microsoft.com/office/officeart/2005/8/layout/cycle6"/>
    <dgm:cxn modelId="{995905BD-FBD8-4E1D-810C-FC451B5B0783}" type="presParOf" srcId="{C5E2A579-ADB9-4545-B243-108474CF5672}" destId="{8DDFEE6D-2AD4-4427-8096-AD4DC9D3FD02}" srcOrd="6" destOrd="0" presId="urn:microsoft.com/office/officeart/2005/8/layout/cycle6"/>
    <dgm:cxn modelId="{50D66BFC-0CB2-476F-94D7-8C0735CCE42F}" type="presParOf" srcId="{C5E2A579-ADB9-4545-B243-108474CF5672}" destId="{763B5AB0-C18A-4417-9C64-5A29DF318A57}" srcOrd="7" destOrd="0" presId="urn:microsoft.com/office/officeart/2005/8/layout/cycle6"/>
    <dgm:cxn modelId="{68473143-418F-48FA-B744-7E2DEEF755CF}" type="presParOf" srcId="{C5E2A579-ADB9-4545-B243-108474CF5672}" destId="{AC757A5C-3B6C-4FB7-AA4B-501DBBDE6886}" srcOrd="8" destOrd="0" presId="urn:microsoft.com/office/officeart/2005/8/layout/cycle6"/>
    <dgm:cxn modelId="{643B013F-D024-4F48-BE49-C4C8A84232B9}" type="presParOf" srcId="{C5E2A579-ADB9-4545-B243-108474CF5672}" destId="{45A42DDC-CF47-40D6-BCD8-5DF03FD9C442}" srcOrd="9" destOrd="0" presId="urn:microsoft.com/office/officeart/2005/8/layout/cycle6"/>
    <dgm:cxn modelId="{3EAFB213-04A0-43E5-A1B1-A94897995187}" type="presParOf" srcId="{C5E2A579-ADB9-4545-B243-108474CF5672}" destId="{7AAFA506-5818-4C22-8EFF-AEE29AC5DA4F}" srcOrd="10" destOrd="0" presId="urn:microsoft.com/office/officeart/2005/8/layout/cycle6"/>
    <dgm:cxn modelId="{2BED8CD2-AC4D-4B22-862A-2430F272D3D5}" type="presParOf" srcId="{C5E2A579-ADB9-4545-B243-108474CF5672}" destId="{B024B55A-5B26-4789-8817-06B857B6F6A0}" srcOrd="11" destOrd="0" presId="urn:microsoft.com/office/officeart/2005/8/layout/cycle6"/>
    <dgm:cxn modelId="{13807A72-C26F-4CAF-A6BE-E2F9992D8E11}" type="presParOf" srcId="{C5E2A579-ADB9-4545-B243-108474CF5672}" destId="{E82950A6-BEC2-463F-B5CA-C7185D5C612F}" srcOrd="12" destOrd="0" presId="urn:microsoft.com/office/officeart/2005/8/layout/cycle6"/>
    <dgm:cxn modelId="{474B5C78-D65F-4246-BC3E-D6206521AD9B}" type="presParOf" srcId="{C5E2A579-ADB9-4545-B243-108474CF5672}" destId="{E4F26BEC-67A1-4732-AE97-2CE3BBA2367C}" srcOrd="13" destOrd="0" presId="urn:microsoft.com/office/officeart/2005/8/layout/cycle6"/>
    <dgm:cxn modelId="{1A71EFB9-2A85-4D02-A942-D916626B2CC8}" type="presParOf" srcId="{C5E2A579-ADB9-4545-B243-108474CF5672}" destId="{C4AF3E47-1A85-432D-9A63-E1C8619B04D7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7992888" cy="4155926"/>
        <a:chOff x="0" y="0"/>
        <a:chExt cx="7992888" cy="4155926"/>
      </a:xfrm>
    </dsp:grpSpPr>
    <dsp:sp modelId="{4E3122C3-19D0-45A0-9F64-038E3DE3E3FB}">
      <dsp:nvSpPr>
        <dsp:cNvPr id="3" name="Rounded Rectangle 2"/>
        <dsp:cNvSpPr/>
      </dsp:nvSpPr>
      <dsp:spPr bwMode="white">
        <a:xfrm>
          <a:off x="0" y="0"/>
          <a:ext cx="6793955" cy="1246778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49530" tIns="49530" rIns="49530" bIns="49530" anchor="ctr"/>
        <a:lstStyle>
          <a:lvl1pPr algn="l">
            <a:defRPr sz="13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 algn="just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smtClean="0">
              <a:latin typeface="+mn-lt"/>
            </a:rPr>
            <a:t>Transmitter gets a command from the user’s Receiver.</a:t>
          </a:r>
          <a:endParaRPr lang="en-US" b="1" dirty="0" smtClean="0">
            <a:latin typeface="+mn-lt"/>
          </a:endParaRPr>
        </a:p>
        <a:p>
          <a:pPr lvl="0" algn="just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b="1" dirty="0" smtClean="0">
            <a:latin typeface="+mn-lt"/>
          </a:endParaRPr>
        </a:p>
        <a:p>
          <a:pPr lvl="0" algn="just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smtClean="0">
              <a:latin typeface="+mn-lt"/>
            </a:rPr>
            <a:t>It then sends this command to the Arduino board serially using Tx and Rx pins.</a:t>
          </a:r>
          <a:endParaRPr lang="en-US" dirty="0"/>
        </a:p>
      </dsp:txBody>
      <dsp:txXfrm>
        <a:off x="0" y="0"/>
        <a:ext cx="6793955" cy="1246778"/>
      </dsp:txXfrm>
    </dsp:sp>
    <dsp:sp modelId="{C6D2F576-6D28-4C4A-B4A8-8E09614DC6BC}">
      <dsp:nvSpPr>
        <dsp:cNvPr id="4" name="Rounded Rectangle 3"/>
        <dsp:cNvSpPr/>
      </dsp:nvSpPr>
      <dsp:spPr bwMode="white">
        <a:xfrm>
          <a:off x="599467" y="1454574"/>
          <a:ext cx="6793955" cy="1246778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-4950000"/>
            <a:satOff val="3922"/>
            <a:lumOff val="7843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49530" tIns="49530" rIns="49530" bIns="49530" anchor="ctr"/>
        <a:lstStyle>
          <a:lvl1pPr algn="l">
            <a:defRPr sz="13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 algn="just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smtClean="0">
              <a:latin typeface="+mn-lt"/>
            </a:rPr>
            <a:t>When the Arduino board gets a command from the Transmitter, </a:t>
          </a:r>
          <a:endParaRPr lang="en-US" b="1" dirty="0" smtClean="0">
            <a:latin typeface="+mn-lt"/>
          </a:endParaRPr>
        </a:p>
        <a:p>
          <a:pPr lvl="0" algn="just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smtClean="0">
              <a:latin typeface="+mn-lt"/>
            </a:rPr>
            <a:t>           It will rotate all four motors forward or reverse as per the requirement to move the robot in the desired direction.</a:t>
          </a:r>
          <a:endParaRPr lang="en-US" dirty="0"/>
        </a:p>
      </dsp:txBody>
      <dsp:txXfrm>
        <a:off x="599467" y="1454574"/>
        <a:ext cx="6793955" cy="1246778"/>
      </dsp:txXfrm>
    </dsp:sp>
    <dsp:sp modelId="{EA80A286-C1BF-4244-A0D7-947ED3931CCA}">
      <dsp:nvSpPr>
        <dsp:cNvPr id="5" name="Rounded Rectangle 4"/>
        <dsp:cNvSpPr/>
      </dsp:nvSpPr>
      <dsp:spPr bwMode="white">
        <a:xfrm>
          <a:off x="1198933" y="2909148"/>
          <a:ext cx="6793955" cy="1246778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-9900000"/>
            <a:satOff val="7843"/>
            <a:lumOff val="15686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49530" tIns="49530" rIns="49530" bIns="49530" anchor="ctr"/>
        <a:lstStyle>
          <a:lvl1pPr algn="l">
            <a:defRPr sz="1300"/>
          </a:lvl1pPr>
          <a:lvl2pPr marL="57150" indent="-57150" algn="l">
            <a:defRPr sz="1000"/>
          </a:lvl2pPr>
          <a:lvl3pPr marL="114300" indent="-57150" algn="l">
            <a:defRPr sz="1000"/>
          </a:lvl3pPr>
          <a:lvl4pPr marL="171450" indent="-57150" algn="l">
            <a:defRPr sz="1000"/>
          </a:lvl4pPr>
          <a:lvl5pPr marL="228600" indent="-57150" algn="l">
            <a:defRPr sz="1000"/>
          </a:lvl5pPr>
          <a:lvl6pPr marL="285750" indent="-57150" algn="l">
            <a:defRPr sz="1000"/>
          </a:lvl6pPr>
          <a:lvl7pPr marL="342900" indent="-57150" algn="l">
            <a:defRPr sz="1000"/>
          </a:lvl7pPr>
          <a:lvl8pPr marL="400050" indent="-57150" algn="l">
            <a:defRPr sz="1000"/>
          </a:lvl8pPr>
          <a:lvl9pPr marL="457200" indent="-57150" algn="l">
            <a:defRPr sz="1000"/>
          </a:lvl9pPr>
        </a:lstStyle>
        <a:p>
          <a:pPr lvl="0" algn="just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smtClean="0">
              <a:latin typeface="+mn-lt"/>
            </a:rPr>
            <a:t>Arduino drives all four motors using L293D Motor Driver Chips.</a:t>
          </a:r>
          <a:endParaRPr lang="en-US" b="1" dirty="0" smtClean="0">
            <a:latin typeface="+mn-lt"/>
          </a:endParaRPr>
        </a:p>
        <a:p>
          <a:pPr lvl="0" algn="just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smtClean="0">
              <a:latin typeface="+mn-lt"/>
            </a:rPr>
            <a:t>               The robot movements depend on the software program downloaded into the Arduino board microcontroller, ATMega2560.       The circuit and the robot’s complete working and operation are as per the software program.</a:t>
          </a:r>
          <a:endParaRPr lang="en-US" dirty="0"/>
        </a:p>
      </dsp:txBody>
      <dsp:txXfrm>
        <a:off x="1198933" y="2909148"/>
        <a:ext cx="6793955" cy="1246778"/>
      </dsp:txXfrm>
    </dsp:sp>
    <dsp:sp modelId="{FAB12739-2AC1-4C7E-8BE2-018237E8723A}">
      <dsp:nvSpPr>
        <dsp:cNvPr id="6" name="Down Arrow 5"/>
        <dsp:cNvSpPr/>
      </dsp:nvSpPr>
      <dsp:spPr bwMode="white">
        <a:xfrm>
          <a:off x="5983549" y="945473"/>
          <a:ext cx="810406" cy="810406"/>
        </a:xfrm>
        <a:prstGeom prst="downArrow">
          <a:avLst>
            <a:gd name="adj1" fmla="val 55000"/>
            <a:gd name="adj2" fmla="val 45000"/>
          </a:avLst>
        </a:prstGeom>
      </dsp:spPr>
      <dsp:style>
        <a:lnRef idx="1">
          <a:schemeClr val="accent2">
            <a:tint val="40000"/>
            <a:alpha val="90000"/>
            <a:hueOff val="0"/>
            <a:satOff val="0"/>
            <a:lumOff val="0"/>
            <a:alpha val="90196"/>
          </a:schemeClr>
        </a:lnRef>
        <a:fillRef idx="1">
          <a:schemeClr val="accent2">
            <a:tint val="40000"/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lIns="43180" tIns="43180" rIns="43180" bIns="43180" anchor="ctr"/>
        <a:lstStyle>
          <a:lvl1pPr algn="ctr">
            <a:defRPr sz="34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1"/>
            </a:solidFill>
          </a:endParaRPr>
        </a:p>
      </dsp:txBody>
      <dsp:txXfrm>
        <a:off x="5983549" y="945473"/>
        <a:ext cx="810406" cy="810406"/>
      </dsp:txXfrm>
    </dsp:sp>
    <dsp:sp modelId="{E5C96052-D7A1-4C49-92B8-5973BE646CAB}">
      <dsp:nvSpPr>
        <dsp:cNvPr id="7" name="Down Arrow 6"/>
        <dsp:cNvSpPr/>
      </dsp:nvSpPr>
      <dsp:spPr bwMode="white">
        <a:xfrm>
          <a:off x="6583016" y="2391735"/>
          <a:ext cx="810406" cy="810406"/>
        </a:xfrm>
        <a:prstGeom prst="downArrow">
          <a:avLst>
            <a:gd name="adj1" fmla="val 55000"/>
            <a:gd name="adj2" fmla="val 45000"/>
          </a:avLst>
        </a:prstGeom>
      </dsp:spPr>
      <dsp:style>
        <a:lnRef idx="1">
          <a:schemeClr val="accent2">
            <a:tint val="40000"/>
            <a:alpha val="90000"/>
            <a:hueOff val="-11040000"/>
            <a:satOff val="30980"/>
            <a:lumOff val="3137"/>
            <a:alpha val="90196"/>
          </a:schemeClr>
        </a:lnRef>
        <a:fillRef idx="1">
          <a:schemeClr val="accent2">
            <a:tint val="40000"/>
            <a:alpha val="90000"/>
            <a:hueOff val="-11040000"/>
            <a:satOff val="30980"/>
            <a:lumOff val="3137"/>
            <a:alpha val="90196"/>
          </a:schemeClr>
        </a:fillRef>
        <a:effectRef idx="0">
          <a:scrgbClr r="0" g="0" b="0"/>
        </a:effectRef>
        <a:fontRef idx="minor"/>
      </dsp:style>
      <dsp:txBody>
        <a:bodyPr lIns="43180" tIns="43180" rIns="43180" bIns="43180" anchor="ctr"/>
        <a:lstStyle>
          <a:lvl1pPr algn="ctr">
            <a:defRPr sz="34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1"/>
            </a:solidFill>
          </a:endParaRPr>
        </a:p>
      </dsp:txBody>
      <dsp:txXfrm>
        <a:off x="6583016" y="2391735"/>
        <a:ext cx="810406" cy="810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096000" cy="4064000"/>
        <a:chOff x="0" y="0"/>
        <a:chExt cx="6096000" cy="4064000"/>
      </a:xfrm>
    </dsp:grpSpPr>
    <dsp:sp modelId="{123F2100-FEC2-4823-85D1-5AA9EFB97A27}">
      <dsp:nvSpPr>
        <dsp:cNvPr id="3" name="Hexagon 2"/>
        <dsp:cNvSpPr/>
      </dsp:nvSpPr>
      <dsp:spPr bwMode="white">
        <a:xfrm rot="5400000">
          <a:off x="2578269" y="576749"/>
          <a:ext cx="1693333" cy="1473200"/>
        </a:xfrm>
        <a:prstGeom prst="hexagon">
          <a:avLst>
            <a:gd name="adj" fmla="val 25000"/>
            <a:gd name="vf" fmla="val 11547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rot="-5400000"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 smtClean="0">
              <a:latin typeface="Arial" panose="020B0604020202020204" pitchFamily="34" charset="0"/>
              <a:cs typeface="Arial" panose="020B0604020202020204" pitchFamily="34" charset="0"/>
            </a:rPr>
            <a:t>Quick installation and removal</a:t>
          </a:r>
          <a:endParaRPr lang="en-US" sz="1600" dirty="0"/>
        </a:p>
      </dsp:txBody>
      <dsp:txXfrm rot="5400000">
        <a:off x="2578269" y="576749"/>
        <a:ext cx="1693333" cy="1473200"/>
      </dsp:txXfrm>
    </dsp:sp>
    <dsp:sp modelId="{2045C656-17C3-45C0-97B3-0BF5421A10E8}">
      <dsp:nvSpPr>
        <dsp:cNvPr id="4" name="Rectangles 3"/>
        <dsp:cNvSpPr/>
      </dsp:nvSpPr>
      <dsp:spPr bwMode="white">
        <a:xfrm>
          <a:off x="4206240" y="805349"/>
          <a:ext cx="1889760" cy="10160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67640" tIns="167640" rIns="167640" bIns="167640" anchor="ctr"/>
        <a:lstStyle>
          <a:lvl1pPr algn="l">
            <a:defRPr sz="4400"/>
          </a:lvl1pPr>
          <a:lvl2pPr marL="285750" indent="-285750" algn="l">
            <a:defRPr sz="3400"/>
          </a:lvl2pPr>
          <a:lvl3pPr marL="571500" indent="-285750" algn="l">
            <a:defRPr sz="3400"/>
          </a:lvl3pPr>
          <a:lvl4pPr marL="857250" indent="-285750" algn="l">
            <a:defRPr sz="3400"/>
          </a:lvl4pPr>
          <a:lvl5pPr marL="1143000" indent="-285750" algn="l">
            <a:defRPr sz="3400"/>
          </a:lvl5pPr>
          <a:lvl6pPr marL="1428750" indent="-285750" algn="l">
            <a:defRPr sz="3400"/>
          </a:lvl6pPr>
          <a:lvl7pPr marL="1714500" indent="-285750" algn="l">
            <a:defRPr sz="3400"/>
          </a:lvl7pPr>
          <a:lvl8pPr marL="2000250" indent="-285750" algn="l">
            <a:defRPr sz="3400"/>
          </a:lvl8pPr>
          <a:lvl9pPr marL="2286000" indent="-285750" algn="l">
            <a:defRPr sz="34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4206240" y="805349"/>
        <a:ext cx="1889760" cy="1016000"/>
      </dsp:txXfrm>
    </dsp:sp>
    <dsp:sp modelId="{0D66D2AD-912A-4D6F-8F52-BC4B07A565BC}">
      <dsp:nvSpPr>
        <dsp:cNvPr id="5" name="Hexagon 4"/>
        <dsp:cNvSpPr/>
      </dsp:nvSpPr>
      <dsp:spPr bwMode="white">
        <a:xfrm rot="5400000">
          <a:off x="987213" y="576749"/>
          <a:ext cx="1693333" cy="1473200"/>
        </a:xfrm>
        <a:prstGeom prst="hexagon">
          <a:avLst>
            <a:gd name="adj" fmla="val 25000"/>
            <a:gd name="vf" fmla="val 11547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-3300000"/>
            <a:satOff val="2614"/>
            <a:lumOff val="5229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rot="-5400000" lIns="0" tIns="0" rIns="0" bIns="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smtClean="0">
              <a:latin typeface="Arial" panose="020B0604020202020204" pitchFamily="34" charset="0"/>
              <a:cs typeface="Arial" panose="020B0604020202020204" pitchFamily="34" charset="0"/>
            </a:rPr>
            <a:t>Omni-directional mobility</a:t>
          </a:r>
          <a:endParaRPr lang="en-US" sz="1600" dirty="0"/>
        </a:p>
      </dsp:txBody>
      <dsp:txXfrm rot="5400000">
        <a:off x="987213" y="576749"/>
        <a:ext cx="1693333" cy="1473200"/>
      </dsp:txXfrm>
    </dsp:sp>
    <dsp:sp modelId="{F739398B-61B7-40B2-A434-A186555AD6C8}">
      <dsp:nvSpPr>
        <dsp:cNvPr id="6" name="Hexagon 5"/>
        <dsp:cNvSpPr/>
      </dsp:nvSpPr>
      <dsp:spPr bwMode="white">
        <a:xfrm rot="5400000">
          <a:off x="1779693" y="2014051"/>
          <a:ext cx="1693333" cy="1473200"/>
        </a:xfrm>
        <a:prstGeom prst="hexagon">
          <a:avLst>
            <a:gd name="adj" fmla="val 25000"/>
            <a:gd name="vf" fmla="val 11547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-6600000"/>
            <a:satOff val="5229"/>
            <a:lumOff val="10458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rot="-5400000"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smtClean="0">
              <a:latin typeface="Arial" panose="020B0604020202020204" pitchFamily="34" charset="0"/>
              <a:cs typeface="Arial" panose="020B0604020202020204" pitchFamily="34" charset="0"/>
            </a:rPr>
            <a:t>Space saving technology</a:t>
          </a:r>
          <a:endParaRPr lang="en-US" sz="1600" dirty="0"/>
        </a:p>
      </dsp:txBody>
      <dsp:txXfrm rot="5400000">
        <a:off x="1779693" y="2014051"/>
        <a:ext cx="1693333" cy="1473200"/>
      </dsp:txXfrm>
    </dsp:sp>
    <dsp:sp modelId="{D02B2E4A-4F2A-4FD7-9CC5-589728258164}">
      <dsp:nvSpPr>
        <dsp:cNvPr id="7" name="Rectangles 6"/>
        <dsp:cNvSpPr/>
      </dsp:nvSpPr>
      <dsp:spPr bwMode="white">
        <a:xfrm>
          <a:off x="0" y="2242651"/>
          <a:ext cx="1828800" cy="10160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67640" tIns="167640" rIns="167640" bIns="167640" anchor="ctr"/>
        <a:lstStyle>
          <a:lvl1pPr algn="r">
            <a:defRPr sz="4400"/>
          </a:lvl1pPr>
          <a:lvl2pPr marL="285750" indent="-285750" algn="r">
            <a:defRPr sz="3400"/>
          </a:lvl2pPr>
          <a:lvl3pPr marL="571500" indent="-285750" algn="r">
            <a:defRPr sz="3400"/>
          </a:lvl3pPr>
          <a:lvl4pPr marL="857250" indent="-285750" algn="r">
            <a:defRPr sz="3400"/>
          </a:lvl4pPr>
          <a:lvl5pPr marL="1143000" indent="-285750" algn="r">
            <a:defRPr sz="3400"/>
          </a:lvl5pPr>
          <a:lvl6pPr marL="1428750" indent="-285750" algn="r">
            <a:defRPr sz="3400"/>
          </a:lvl6pPr>
          <a:lvl7pPr marL="1714500" indent="-285750" algn="r">
            <a:defRPr sz="3400"/>
          </a:lvl7pPr>
          <a:lvl8pPr marL="2000250" indent="-285750" algn="r">
            <a:defRPr sz="3400"/>
          </a:lvl8pPr>
          <a:lvl9pPr marL="2286000" indent="-285750" algn="r">
            <a:defRPr sz="34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0" y="2242651"/>
        <a:ext cx="1828800" cy="1016000"/>
      </dsp:txXfrm>
    </dsp:sp>
    <dsp:sp modelId="{4813B38A-DD48-47F7-AF99-8A40167DD726}">
      <dsp:nvSpPr>
        <dsp:cNvPr id="8" name="Hexagon 7"/>
        <dsp:cNvSpPr/>
      </dsp:nvSpPr>
      <dsp:spPr bwMode="white">
        <a:xfrm rot="5400000">
          <a:off x="3370749" y="2014051"/>
          <a:ext cx="1693333" cy="1473200"/>
        </a:xfrm>
        <a:prstGeom prst="hexagon">
          <a:avLst>
            <a:gd name="adj" fmla="val 25000"/>
            <a:gd name="vf" fmla="val 11547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-9900000"/>
            <a:satOff val="7843"/>
            <a:lumOff val="15686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rot="-5400000" lIns="0" tIns="0" rIns="0" bIns="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1600" smtClean="0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smtClean="0">
              <a:latin typeface="Arial" panose="020B0604020202020204" pitchFamily="34" charset="0"/>
              <a:cs typeface="Arial" panose="020B0604020202020204" pitchFamily="34" charset="0"/>
            </a:rPr>
            <a:t>Highly adaptable</a:t>
          </a:r>
          <a:endParaRPr lang="en-US" sz="1600" dirty="0"/>
        </a:p>
      </dsp:txBody>
      <dsp:txXfrm rot="5400000">
        <a:off x="3370749" y="2014051"/>
        <a:ext cx="1693333" cy="14732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096000" cy="2968104"/>
        <a:chOff x="0" y="0"/>
        <a:chExt cx="6096000" cy="2968104"/>
      </a:xfrm>
    </dsp:grpSpPr>
    <dsp:sp modelId="{60B16E0C-DF74-4581-AD85-18E1C4F5959A}">
      <dsp:nvSpPr>
        <dsp:cNvPr id="5" name="Rectangles 4"/>
        <dsp:cNvSpPr/>
      </dsp:nvSpPr>
      <dsp:spPr bwMode="white">
        <a:xfrm>
          <a:off x="0" y="371292"/>
          <a:ext cx="6096000" cy="554400"/>
        </a:xfrm>
        <a:prstGeom prst="rect">
          <a:avLst/>
        </a:prstGeom>
      </dsp:spPr>
      <dsp:style>
        <a:lnRef idx="1">
          <a:schemeClr val="accent2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73117" tIns="458216" rIns="473117" bIns="156464" anchor="t"/>
        <a:lstStyle>
          <a:lvl1pPr algn="l">
            <a:defRPr sz="22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71292"/>
        <a:ext cx="6096000" cy="554400"/>
      </dsp:txXfrm>
    </dsp:sp>
    <dsp:sp modelId="{4972B458-8E23-49C4-A9BD-5E8FA21F7A54}">
      <dsp:nvSpPr>
        <dsp:cNvPr id="4" name="Rounded Rectangle 3"/>
        <dsp:cNvSpPr/>
      </dsp:nvSpPr>
      <dsp:spPr bwMode="white">
        <a:xfrm>
          <a:off x="304800" y="46572"/>
          <a:ext cx="4267200" cy="649440"/>
        </a:xfrm>
        <a:prstGeom prst="round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61290" tIns="0" rIns="161290" bIns="0" anchor="ctr"/>
        <a:lstStyle>
          <a:lvl1pPr algn="l">
            <a:defRPr sz="22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 smtClean="0"/>
            <a:t>Limited Payload</a:t>
          </a:r>
          <a:endParaRPr lang="en-US" sz="1600" b="1" dirty="0"/>
        </a:p>
      </dsp:txBody>
      <dsp:txXfrm>
        <a:off x="304800" y="46572"/>
        <a:ext cx="4267200" cy="649440"/>
      </dsp:txXfrm>
    </dsp:sp>
    <dsp:sp modelId="{EC940FAF-B106-4495-9AD3-DFAA7FCB097C}">
      <dsp:nvSpPr>
        <dsp:cNvPr id="8" name="Rectangles 7"/>
        <dsp:cNvSpPr/>
      </dsp:nvSpPr>
      <dsp:spPr bwMode="white">
        <a:xfrm>
          <a:off x="0" y="1369212"/>
          <a:ext cx="6096000" cy="554400"/>
        </a:xfrm>
        <a:prstGeom prst="rect">
          <a:avLst/>
        </a:prstGeom>
      </dsp:spPr>
      <dsp:style>
        <a:lnRef idx="1">
          <a:schemeClr val="accent2">
            <a:hueOff val="-4950000"/>
            <a:satOff val="3922"/>
            <a:lumOff val="7843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73117" tIns="458216" rIns="473117" bIns="156464" anchor="t"/>
        <a:lstStyle>
          <a:lvl1pPr algn="l">
            <a:defRPr sz="22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1369212"/>
        <a:ext cx="6096000" cy="554400"/>
      </dsp:txXfrm>
    </dsp:sp>
    <dsp:sp modelId="{1700C180-8BF2-4FD8-BA29-E72E753B6F76}">
      <dsp:nvSpPr>
        <dsp:cNvPr id="7" name="Rounded Rectangle 6"/>
        <dsp:cNvSpPr/>
      </dsp:nvSpPr>
      <dsp:spPr bwMode="white">
        <a:xfrm>
          <a:off x="304800" y="1044492"/>
          <a:ext cx="4267200" cy="649440"/>
        </a:xfrm>
        <a:prstGeom prst="round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-4950000"/>
            <a:satOff val="3922"/>
            <a:lumOff val="7843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61290" tIns="0" rIns="161290" bIns="0" anchor="ctr"/>
        <a:lstStyle>
          <a:lvl1pPr algn="l">
            <a:defRPr sz="22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 smtClean="0"/>
            <a:t>Cost &amp; Suspension</a:t>
          </a:r>
          <a:endParaRPr lang="en-US" sz="1600" b="1" dirty="0"/>
        </a:p>
      </dsp:txBody>
      <dsp:txXfrm>
        <a:off x="304800" y="1044492"/>
        <a:ext cx="4267200" cy="649440"/>
      </dsp:txXfrm>
    </dsp:sp>
    <dsp:sp modelId="{3AB88D4B-B98F-41A4-9965-F77A0875E75E}">
      <dsp:nvSpPr>
        <dsp:cNvPr id="11" name="Rectangles 10"/>
        <dsp:cNvSpPr/>
      </dsp:nvSpPr>
      <dsp:spPr bwMode="white">
        <a:xfrm>
          <a:off x="0" y="2367132"/>
          <a:ext cx="6096000" cy="554400"/>
        </a:xfrm>
        <a:prstGeom prst="rect">
          <a:avLst/>
        </a:prstGeom>
      </dsp:spPr>
      <dsp:style>
        <a:lnRef idx="1">
          <a:schemeClr val="accent2">
            <a:hueOff val="-9900000"/>
            <a:satOff val="7843"/>
            <a:lumOff val="15686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73117" tIns="458216" rIns="473117" bIns="156464" anchor="t"/>
        <a:lstStyle>
          <a:lvl1pPr algn="l">
            <a:defRPr sz="2200"/>
          </a:lvl1pPr>
          <a:lvl2pPr marL="228600" indent="-228600" algn="l">
            <a:defRPr sz="2200"/>
          </a:lvl2pPr>
          <a:lvl3pPr marL="457200" indent="-228600" algn="l">
            <a:defRPr sz="2200"/>
          </a:lvl3pPr>
          <a:lvl4pPr marL="685800" indent="-228600" algn="l">
            <a:defRPr sz="2200"/>
          </a:lvl4pPr>
          <a:lvl5pPr marL="914400" indent="-228600" algn="l">
            <a:defRPr sz="2200"/>
          </a:lvl5pPr>
          <a:lvl6pPr marL="1143000" indent="-228600" algn="l">
            <a:defRPr sz="2200"/>
          </a:lvl6pPr>
          <a:lvl7pPr marL="1371600" indent="-228600" algn="l">
            <a:defRPr sz="2200"/>
          </a:lvl7pPr>
          <a:lvl8pPr marL="1600200" indent="-228600" algn="l">
            <a:defRPr sz="2200"/>
          </a:lvl8pPr>
          <a:lvl9pPr marL="1828800" indent="-228600" algn="l">
            <a:defRPr sz="22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367132"/>
        <a:ext cx="6096000" cy="554400"/>
      </dsp:txXfrm>
    </dsp:sp>
    <dsp:sp modelId="{5AC10AA7-D0F9-4FAA-88F1-A6F202CEFAB7}">
      <dsp:nvSpPr>
        <dsp:cNvPr id="10" name="Rounded Rectangle 9"/>
        <dsp:cNvSpPr/>
      </dsp:nvSpPr>
      <dsp:spPr bwMode="white">
        <a:xfrm>
          <a:off x="304800" y="2042412"/>
          <a:ext cx="4267200" cy="649440"/>
        </a:xfrm>
        <a:prstGeom prst="round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2">
            <a:hueOff val="-9900000"/>
            <a:satOff val="7843"/>
            <a:lumOff val="15686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161290" tIns="0" rIns="161290" bIns="0" anchor="ctr"/>
        <a:lstStyle>
          <a:lvl1pPr algn="l">
            <a:defRPr sz="22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 smtClean="0"/>
            <a:t>Computationally Complex</a:t>
          </a:r>
          <a:endParaRPr lang="en-US" sz="1600" b="1" dirty="0"/>
        </a:p>
      </dsp:txBody>
      <dsp:txXfrm>
        <a:off x="304800" y="2042412"/>
        <a:ext cx="4267200" cy="649440"/>
      </dsp:txXfrm>
    </dsp:sp>
    <dsp:sp modelId="{49799B29-44FF-4236-BE82-AA4106B6A0AD}">
      <dsp:nvSpPr>
        <dsp:cNvPr id="3" name="Rectangles 2" hidden="1"/>
        <dsp:cNvSpPr/>
      </dsp:nvSpPr>
      <dsp:spPr>
        <a:xfrm>
          <a:off x="0" y="46572"/>
          <a:ext cx="304800" cy="649440"/>
        </a:xfrm>
        <a:prstGeom prst="rect">
          <a:avLst/>
        </a:prstGeom>
      </dsp:spPr>
      <dsp:txXfrm>
        <a:off x="0" y="46572"/>
        <a:ext cx="304800" cy="649440"/>
      </dsp:txXfrm>
    </dsp:sp>
    <dsp:sp modelId="{69BED6FC-C5E7-445A-81E0-BFF569703935}">
      <dsp:nvSpPr>
        <dsp:cNvPr id="6" name="Rectangles 5" hidden="1"/>
        <dsp:cNvSpPr/>
      </dsp:nvSpPr>
      <dsp:spPr>
        <a:xfrm>
          <a:off x="0" y="1044492"/>
          <a:ext cx="304800" cy="649440"/>
        </a:xfrm>
        <a:prstGeom prst="rect">
          <a:avLst/>
        </a:prstGeom>
      </dsp:spPr>
      <dsp:txXfrm>
        <a:off x="0" y="1044492"/>
        <a:ext cx="304800" cy="649440"/>
      </dsp:txXfrm>
    </dsp:sp>
    <dsp:sp modelId="{7DDE4890-4422-4D5F-A86B-A266D8D315C5}">
      <dsp:nvSpPr>
        <dsp:cNvPr id="9" name="Rectangles 8" hidden="1"/>
        <dsp:cNvSpPr/>
      </dsp:nvSpPr>
      <dsp:spPr>
        <a:xfrm>
          <a:off x="0" y="2042412"/>
          <a:ext cx="304800" cy="649440"/>
        </a:xfrm>
        <a:prstGeom prst="rect">
          <a:avLst/>
        </a:prstGeom>
      </dsp:spPr>
      <dsp:txXfrm>
        <a:off x="0" y="2042412"/>
        <a:ext cx="304800" cy="6494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5400600" cy="3487936"/>
        <a:chOff x="0" y="0"/>
        <a:chExt cx="5400600" cy="3487936"/>
      </a:xfrm>
    </dsp:grpSpPr>
    <dsp:sp modelId="{0240EB6E-C29C-479C-95F9-F586790BDB95}">
      <dsp:nvSpPr>
        <dsp:cNvPr id="3" name="Rounded Rectangle 2"/>
        <dsp:cNvSpPr/>
      </dsp:nvSpPr>
      <dsp:spPr bwMode="white">
        <a:xfrm>
          <a:off x="2126631" y="0"/>
          <a:ext cx="1147338" cy="745770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 smtClean="0"/>
            <a:t>Complex Trajectories</a:t>
          </a:r>
          <a:endParaRPr lang="en-US" sz="1600" b="1" dirty="0"/>
        </a:p>
      </dsp:txBody>
      <dsp:txXfrm>
        <a:off x="2126631" y="0"/>
        <a:ext cx="1147338" cy="745770"/>
      </dsp:txXfrm>
    </dsp:sp>
    <dsp:sp modelId="{5AEE79CC-68FA-43F8-8DF0-1C10A81D9BC4}">
      <dsp:nvSpPr>
        <dsp:cNvPr id="4" name="Arc 3"/>
        <dsp:cNvSpPr/>
      </dsp:nvSpPr>
      <dsp:spPr bwMode="white">
        <a:xfrm>
          <a:off x="1211615" y="372885"/>
          <a:ext cx="2977370" cy="2977370"/>
        </a:xfrm>
        <a:prstGeom prst="arc">
          <a:avLst>
            <a:gd name="adj1" fmla="val 17579926"/>
            <a:gd name="adj2" fmla="val 19538753"/>
          </a:avLst>
        </a:prstGeom>
      </dsp:spPr>
      <dsp:style>
        <a:lnRef idx="1">
          <a:schemeClr val="accent2">
            <a:hueOff val="0"/>
            <a:satOff val="0"/>
            <a:lumOff val="0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1211615" y="372885"/>
        <a:ext cx="2977370" cy="2977370"/>
      </dsp:txXfrm>
    </dsp:sp>
    <dsp:sp modelId="{C3E0A651-F799-49D5-8DBC-5C4C9F0AC752}">
      <dsp:nvSpPr>
        <dsp:cNvPr id="5" name="Rounded Rectangle 4"/>
        <dsp:cNvSpPr/>
      </dsp:nvSpPr>
      <dsp:spPr bwMode="white">
        <a:xfrm>
          <a:off x="3542455" y="1028656"/>
          <a:ext cx="1147338" cy="745770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2">
            <a:hueOff val="-2475000"/>
            <a:satOff val="1961"/>
            <a:lumOff val="3922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 smtClean="0"/>
            <a:t>Warehouse Automation</a:t>
          </a:r>
          <a:endParaRPr lang="en-US" sz="1600" b="1" dirty="0"/>
        </a:p>
      </dsp:txBody>
      <dsp:txXfrm>
        <a:off x="3542455" y="1028656"/>
        <a:ext cx="1147338" cy="745770"/>
      </dsp:txXfrm>
    </dsp:sp>
    <dsp:sp modelId="{EA64A51E-A311-4AF0-8A5E-4761858D7705}">
      <dsp:nvSpPr>
        <dsp:cNvPr id="6" name="Arc 5"/>
        <dsp:cNvSpPr/>
      </dsp:nvSpPr>
      <dsp:spPr bwMode="white">
        <a:xfrm>
          <a:off x="1211615" y="372885"/>
          <a:ext cx="2977370" cy="2977370"/>
        </a:xfrm>
        <a:prstGeom prst="arc">
          <a:avLst>
            <a:gd name="adj1" fmla="val 21412816"/>
            <a:gd name="adj2" fmla="val 1201364"/>
          </a:avLst>
        </a:prstGeom>
      </dsp:spPr>
      <dsp:style>
        <a:lnRef idx="1">
          <a:schemeClr val="accent2">
            <a:hueOff val="-2475000"/>
            <a:satOff val="1961"/>
            <a:lumOff val="3922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1211615" y="372885"/>
        <a:ext cx="2977370" cy="2977370"/>
      </dsp:txXfrm>
    </dsp:sp>
    <dsp:sp modelId="{8DDFEE6D-2AD4-4427-8096-AD4DC9D3FD02}">
      <dsp:nvSpPr>
        <dsp:cNvPr id="7" name="Rounded Rectangle 6"/>
        <dsp:cNvSpPr/>
      </dsp:nvSpPr>
      <dsp:spPr bwMode="white">
        <a:xfrm>
          <a:off x="3378608" y="2377046"/>
          <a:ext cx="1147338" cy="745770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2">
            <a:hueOff val="-4950000"/>
            <a:satOff val="3922"/>
            <a:lumOff val="7843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 smtClean="0"/>
            <a:t>Flexible material handling </a:t>
          </a:r>
          <a:endParaRPr lang="en-US" sz="1600" b="1" dirty="0"/>
        </a:p>
      </dsp:txBody>
      <dsp:txXfrm>
        <a:off x="3378608" y="2377046"/>
        <a:ext cx="1147338" cy="745770"/>
      </dsp:txXfrm>
    </dsp:sp>
    <dsp:sp modelId="{AC757A5C-3B6C-4FB7-AA4B-501DBBDE6886}">
      <dsp:nvSpPr>
        <dsp:cNvPr id="8" name="Arc 7"/>
        <dsp:cNvSpPr/>
      </dsp:nvSpPr>
      <dsp:spPr bwMode="white">
        <a:xfrm>
          <a:off x="1211615" y="372885"/>
          <a:ext cx="2977370" cy="2977370"/>
        </a:xfrm>
        <a:prstGeom prst="arc">
          <a:avLst>
            <a:gd name="adj1" fmla="val 3513149"/>
            <a:gd name="adj2" fmla="val 7286830"/>
          </a:avLst>
        </a:prstGeom>
      </dsp:spPr>
      <dsp:style>
        <a:lnRef idx="1">
          <a:schemeClr val="accent2">
            <a:hueOff val="-4950000"/>
            <a:satOff val="3922"/>
            <a:lumOff val="7843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1211615" y="372885"/>
        <a:ext cx="2977370" cy="2977370"/>
      </dsp:txXfrm>
    </dsp:sp>
    <dsp:sp modelId="{45A42DDC-CF47-40D6-BCD8-5DF03FD9C442}">
      <dsp:nvSpPr>
        <dsp:cNvPr id="9" name="Rounded Rectangle 8"/>
        <dsp:cNvSpPr/>
      </dsp:nvSpPr>
      <dsp:spPr bwMode="white">
        <a:xfrm>
          <a:off x="891104" y="2377051"/>
          <a:ext cx="1147338" cy="745770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2">
            <a:hueOff val="-7425000"/>
            <a:satOff val="5882"/>
            <a:lumOff val="11765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 smtClean="0"/>
            <a:t>Hospitality and  Narrow Aisles</a:t>
          </a:r>
          <a:endParaRPr lang="en-US" sz="1600" b="1" dirty="0"/>
        </a:p>
      </dsp:txBody>
      <dsp:txXfrm>
        <a:off x="891104" y="2377051"/>
        <a:ext cx="1147338" cy="745770"/>
      </dsp:txXfrm>
    </dsp:sp>
    <dsp:sp modelId="{B024B55A-5B26-4789-8817-06B857B6F6A0}">
      <dsp:nvSpPr>
        <dsp:cNvPr id="10" name="Arc 9"/>
        <dsp:cNvSpPr/>
      </dsp:nvSpPr>
      <dsp:spPr bwMode="white">
        <a:xfrm>
          <a:off x="1211615" y="372885"/>
          <a:ext cx="2977370" cy="2977370"/>
        </a:xfrm>
        <a:prstGeom prst="arc">
          <a:avLst>
            <a:gd name="adj1" fmla="val 9598624"/>
            <a:gd name="adj2" fmla="val 10987183"/>
          </a:avLst>
        </a:prstGeom>
      </dsp:spPr>
      <dsp:style>
        <a:lnRef idx="1">
          <a:schemeClr val="accent2">
            <a:hueOff val="-7425000"/>
            <a:satOff val="5882"/>
            <a:lumOff val="11765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1211615" y="372885"/>
        <a:ext cx="2977370" cy="2977370"/>
      </dsp:txXfrm>
    </dsp:sp>
    <dsp:sp modelId="{E82950A6-BEC2-463F-B5CA-C7185D5C612F}">
      <dsp:nvSpPr>
        <dsp:cNvPr id="11" name="Rounded Rectangle 10"/>
        <dsp:cNvSpPr/>
      </dsp:nvSpPr>
      <dsp:spPr bwMode="white">
        <a:xfrm>
          <a:off x="710807" y="1028656"/>
          <a:ext cx="1147338" cy="745770"/>
        </a:xfrm>
        <a:prstGeom prst="roundRect">
          <a:avLst/>
        </a:prstGeom>
      </dsp:spPr>
      <dsp:style>
        <a:lnRef idx="3">
          <a:schemeClr val="lt1"/>
        </a:lnRef>
        <a:fillRef idx="1">
          <a:schemeClr val="accent2">
            <a:hueOff val="-9900000"/>
            <a:satOff val="7843"/>
            <a:lumOff val="15686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 smtClean="0"/>
            <a:t>Manufacturing and Security</a:t>
          </a:r>
          <a:endParaRPr lang="en-US" sz="1600" b="1" dirty="0"/>
        </a:p>
      </dsp:txBody>
      <dsp:txXfrm>
        <a:off x="710807" y="1028656"/>
        <a:ext cx="1147338" cy="745770"/>
      </dsp:txXfrm>
    </dsp:sp>
    <dsp:sp modelId="{C4AF3E47-1A85-432D-9A63-E1C8619B04D7}">
      <dsp:nvSpPr>
        <dsp:cNvPr id="12" name="Arc 11"/>
        <dsp:cNvSpPr/>
      </dsp:nvSpPr>
      <dsp:spPr bwMode="white">
        <a:xfrm>
          <a:off x="1211615" y="372885"/>
          <a:ext cx="2977370" cy="2977370"/>
        </a:xfrm>
        <a:prstGeom prst="arc">
          <a:avLst>
            <a:gd name="adj1" fmla="val 12861246"/>
            <a:gd name="adj2" fmla="val 14820073"/>
          </a:avLst>
        </a:prstGeom>
      </dsp:spPr>
      <dsp:style>
        <a:lnRef idx="1">
          <a:schemeClr val="accent2">
            <a:hueOff val="-9900000"/>
            <a:satOff val="7843"/>
            <a:lumOff val="15686"/>
            <a:alpha val="100000"/>
          </a:schemeClr>
        </a:lnRef>
        <a:fillRef idx="0">
          <a:scrgbClr r="0" g="0" b="0"/>
        </a:fillRef>
        <a:effectRef idx="0">
          <a:scrgbClr r="0" g="0" b="0"/>
        </a:effectRef>
        <a:fontRef idx="minor"/>
      </dsp:style>
      <dsp:txXfrm>
        <a:off x="1211615" y="372885"/>
        <a:ext cx="2977370" cy="29773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hexagon" r:blip="" rot="90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type="hexagon" r:blip="" rot="90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endSty" val="noArr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- Gold">
  <p:cSld name="TITLE_1_3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ctrTitle"/>
          </p:nvPr>
        </p:nvSpPr>
        <p:spPr>
          <a:xfrm>
            <a:off x="565775" y="1583344"/>
            <a:ext cx="60093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481675" y="3494044"/>
            <a:ext cx="6093600" cy="8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ontserrat" panose="00000500000000000000"/>
              <a:buNone/>
              <a:defRPr sz="3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ontserrat" panose="00000500000000000000"/>
              <a:buNone/>
              <a:defRPr sz="3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ontserrat" panose="00000500000000000000"/>
              <a:buNone/>
              <a:defRPr sz="3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ontserrat" panose="00000500000000000000"/>
              <a:buNone/>
              <a:defRPr sz="3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ontserrat" panose="00000500000000000000"/>
              <a:buNone/>
              <a:defRPr sz="3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ontserrat" panose="00000500000000000000"/>
              <a:buNone/>
              <a:defRPr sz="3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ontserrat" panose="00000500000000000000"/>
              <a:buNone/>
              <a:defRPr sz="3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ontserrat" panose="00000500000000000000"/>
              <a:buNone/>
              <a:defRPr sz="3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581050" y="3055519"/>
            <a:ext cx="6016800" cy="12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Teal">
  <p:cSld name="TITLE_1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1513800" y="2161800"/>
            <a:ext cx="61164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ctr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 i="1"/>
            </a:lvl1pPr>
            <a:lvl2pPr marL="914400" lvl="1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i="1"/>
            </a:lvl2pPr>
            <a:lvl3pPr marL="1371600" lvl="2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i="1"/>
            </a:lvl3pPr>
            <a:lvl4pPr marL="1828800" lvl="3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i="1"/>
            </a:lvl4pPr>
            <a:lvl5pPr marL="2286000" lvl="4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i="1"/>
            </a:lvl5pPr>
            <a:lvl6pPr marL="2743200" lvl="5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i="1"/>
            </a:lvl6pPr>
            <a:lvl7pPr marL="3200400" lvl="6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i="1"/>
            </a:lvl7pPr>
            <a:lvl8pPr marL="3657600" lvl="7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i="1"/>
            </a:lvl8pPr>
            <a:lvl9pPr marL="4114800" lvl="8" indent="-355600" algn="ctr">
              <a:spcBef>
                <a:spcPts val="0"/>
              </a:spcBef>
              <a:spcAft>
                <a:spcPts val="0"/>
              </a:spcAft>
              <a:buSzPts val="2000"/>
              <a:buChar char="■"/>
              <a:defRPr i="1"/>
            </a:lvl9pPr>
          </a:lstStyle>
          <a:p/>
        </p:txBody>
      </p:sp>
      <p:sp>
        <p:nvSpPr>
          <p:cNvPr id="24" name="Google Shape;24;p5"/>
          <p:cNvSpPr txBox="1"/>
          <p:nvPr/>
        </p:nvSpPr>
        <p:spPr>
          <a:xfrm>
            <a:off x="3593400" y="1181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 b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</a:t>
            </a:r>
            <a:endParaRPr sz="9600" b="1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2584275" y="4565606"/>
            <a:ext cx="3996000" cy="12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5"/>
          <p:cNvSpPr/>
          <p:nvPr/>
        </p:nvSpPr>
        <p:spPr>
          <a:xfrm>
            <a:off x="2584275" y="451669"/>
            <a:ext cx="3996000" cy="12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+ 1 column">
  <p:cSld name="TITLE_AND_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457200" y="447620"/>
            <a:ext cx="8229600" cy="107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561950" y="1880794"/>
            <a:ext cx="8020200" cy="2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○"/>
              <a:defRPr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37" name="Google Shape;37;p7"/>
          <p:cNvSpPr/>
          <p:nvPr/>
        </p:nvSpPr>
        <p:spPr>
          <a:xfrm>
            <a:off x="0" y="1069462"/>
            <a:ext cx="412800" cy="2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+ 2 columns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0" y="1069462"/>
            <a:ext cx="412800" cy="2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57200" y="447620"/>
            <a:ext cx="8229600" cy="107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457200" y="1852210"/>
            <a:ext cx="3561000" cy="30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 sz="1800"/>
            </a:lvl1pPr>
            <a:lvl2pPr marL="914400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5131069" y="1852125"/>
            <a:ext cx="3600000" cy="30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 sz="1800"/>
            </a:lvl1pPr>
            <a:lvl2pPr marL="914400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457200" y="447620"/>
            <a:ext cx="8229600" cy="107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7" name="Google Shape;47;p9"/>
          <p:cNvSpPr txBox="1">
            <a:spLocks noGrp="1"/>
          </p:cNvSpPr>
          <p:nvPr>
            <p:ph type="body" idx="1"/>
          </p:nvPr>
        </p:nvSpPr>
        <p:spPr>
          <a:xfrm>
            <a:off x="397575" y="1846388"/>
            <a:ext cx="2691000" cy="28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600"/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3226491" y="1846388"/>
            <a:ext cx="2691000" cy="28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600"/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9" name="Google Shape;49;p9"/>
          <p:cNvSpPr txBox="1">
            <a:spLocks noGrp="1"/>
          </p:cNvSpPr>
          <p:nvPr>
            <p:ph type="body" idx="3"/>
          </p:nvPr>
        </p:nvSpPr>
        <p:spPr>
          <a:xfrm>
            <a:off x="6055408" y="1846388"/>
            <a:ext cx="2691000" cy="28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  <a:defRPr sz="1600"/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1" name="Google Shape;51;p9"/>
          <p:cNvSpPr/>
          <p:nvPr/>
        </p:nvSpPr>
        <p:spPr>
          <a:xfrm>
            <a:off x="0" y="1069462"/>
            <a:ext cx="412800" cy="2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- Gold">
  <p:cSld name="TITLE_AND_BODY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1069462"/>
            <a:ext cx="412800" cy="2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457200" y="447620"/>
            <a:ext cx="8229600" cy="107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561950" y="1880794"/>
            <a:ext cx="8020200" cy="2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○"/>
              <a:defRPr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 - Gold">
  <p:cSld name="TITLE_AND_TWO_COLUMNS_2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0" y="1069462"/>
            <a:ext cx="412800" cy="2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457200" y="447620"/>
            <a:ext cx="8229600" cy="107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457200" y="1852210"/>
            <a:ext cx="3561000" cy="30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 sz="1800"/>
            </a:lvl1pPr>
            <a:lvl2pPr marL="914400" lvl="1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71" name="Google Shape;71;p14"/>
          <p:cNvSpPr txBox="1">
            <a:spLocks noGrp="1"/>
          </p:cNvSpPr>
          <p:nvPr>
            <p:ph type="body" idx="2"/>
          </p:nvPr>
        </p:nvSpPr>
        <p:spPr>
          <a:xfrm>
            <a:off x="5131069" y="1852125"/>
            <a:ext cx="3600000" cy="30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 sz="1800"/>
            </a:lvl1pPr>
            <a:lvl2pPr marL="914400" lvl="1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72" name="Google Shape;72;p14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- Gold">
  <p:cSld name="CAPTION_ONLY_1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588700" y="4406306"/>
            <a:ext cx="7966500" cy="2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86" name="Google Shape;86;p17"/>
          <p:cNvSpPr/>
          <p:nvPr/>
        </p:nvSpPr>
        <p:spPr>
          <a:xfrm>
            <a:off x="2584275" y="451669"/>
            <a:ext cx="3996000" cy="12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Gold">
  <p:cSld name="BLANK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20000"/>
                <a:lumOff val="80000"/>
              </a:schemeClr>
            </a:gs>
            <a:gs pos="24000">
              <a:srgbClr val="FEE7F2"/>
            </a:gs>
            <a:gs pos="42000">
              <a:srgbClr val="FAC77D"/>
            </a:gs>
            <a:gs pos="60000">
              <a:srgbClr val="FBA97D"/>
            </a:gs>
            <a:gs pos="72000">
              <a:srgbClr val="FBD49C"/>
            </a:gs>
            <a:gs pos="100000">
              <a:srgbClr val="FEE7F2"/>
            </a:gs>
          </a:gsLst>
          <a:lin ang="27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47620"/>
            <a:ext cx="82296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 panose="00000500000000000000"/>
              <a:buNone/>
              <a:defRPr sz="32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 panose="00000500000000000000"/>
              <a:buNone/>
              <a:defRPr sz="32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 panose="00000500000000000000"/>
              <a:buNone/>
              <a:defRPr sz="32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 panose="00000500000000000000"/>
              <a:buNone/>
              <a:defRPr sz="32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 panose="00000500000000000000"/>
              <a:buNone/>
              <a:defRPr sz="32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 panose="00000500000000000000"/>
              <a:buNone/>
              <a:defRPr sz="32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 panose="00000500000000000000"/>
              <a:buNone/>
              <a:defRPr sz="32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 panose="00000500000000000000"/>
              <a:buNone/>
              <a:defRPr sz="32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 panose="00000500000000000000"/>
              <a:buNone/>
              <a:defRPr sz="32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61950" y="1880794"/>
            <a:ext cx="8020200" cy="28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 panose="020B0606030504020204"/>
              <a:buChar char="○"/>
              <a:defRPr sz="2000">
                <a:solidFill>
                  <a:schemeClr val="lt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 panose="020B0606030504020204"/>
              <a:buChar char="●"/>
              <a:defRPr sz="2000">
                <a:solidFill>
                  <a:schemeClr val="lt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 panose="020B0606030504020204"/>
              <a:buChar char="■"/>
              <a:defRPr sz="2000">
                <a:solidFill>
                  <a:schemeClr val="lt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 panose="020B0606030504020204"/>
              <a:buChar char="●"/>
              <a:defRPr sz="2000">
                <a:solidFill>
                  <a:schemeClr val="lt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 panose="020B0606030504020204"/>
              <a:buChar char="○"/>
              <a:defRPr sz="2000">
                <a:solidFill>
                  <a:schemeClr val="lt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 panose="020B0606030504020204"/>
              <a:buChar char="■"/>
              <a:defRPr sz="2000">
                <a:solidFill>
                  <a:schemeClr val="lt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 panose="020B0606030504020204"/>
              <a:buChar char="●"/>
              <a:defRPr sz="2000">
                <a:solidFill>
                  <a:schemeClr val="lt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 panose="020B0606030504020204"/>
              <a:buChar char="○"/>
              <a:defRPr sz="2000">
                <a:solidFill>
                  <a:schemeClr val="lt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 panose="020B0606030504020204"/>
              <a:buChar char="■"/>
              <a:defRPr sz="2000">
                <a:solidFill>
                  <a:schemeClr val="lt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1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algn="r">
              <a:buNone/>
              <a:defRPr sz="11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 algn="r">
              <a:buNone/>
              <a:defRPr sz="11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 algn="r">
              <a:buNone/>
              <a:defRPr sz="11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 algn="r">
              <a:buNone/>
              <a:defRPr sz="11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 algn="r">
              <a:buNone/>
              <a:defRPr sz="11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 algn="r">
              <a:buNone/>
              <a:defRPr sz="11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 algn="r">
              <a:buNone/>
              <a:defRPr sz="11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 algn="r">
              <a:buNone/>
              <a:defRPr sz="1100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microsoft.com/office/2007/relationships/hdphoto" Target="../media/image13.wdp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3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4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357158" y="214296"/>
            <a:ext cx="821537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FF0000"/>
                </a:solidFill>
              </a:rPr>
              <a:t>OMNI-DIRECTIONAL </a:t>
            </a:r>
            <a:r>
              <a:rPr lang="en-US" sz="1600" b="1" dirty="0" smtClean="0">
                <a:solidFill>
                  <a:srgbClr val="FF0000"/>
                </a:solidFill>
              </a:rPr>
              <a:t>ROBOT</a:t>
            </a:r>
            <a:endParaRPr lang="en-US" sz="1600" b="1" dirty="0" smtClean="0">
              <a:solidFill>
                <a:srgbClr val="FF0000"/>
              </a:solidFill>
            </a:endParaRPr>
          </a:p>
          <a:p>
            <a:pPr algn="ctr"/>
            <a:r>
              <a:rPr lang="en-US" b="1" dirty="0" smtClean="0"/>
              <a:t> </a:t>
            </a:r>
            <a:endParaRPr lang="en-US" b="1" dirty="0" smtClean="0"/>
          </a:p>
          <a:p>
            <a:pPr algn="ctr"/>
            <a:r>
              <a:rPr lang="en-US" b="1" dirty="0" smtClean="0"/>
              <a:t>Submitted for partial fulfillment of the requirement for the degree of </a:t>
            </a:r>
            <a:endParaRPr lang="en-US" b="1" dirty="0" smtClean="0"/>
          </a:p>
          <a:p>
            <a:pPr algn="ctr"/>
            <a:endParaRPr lang="en-US" b="1" dirty="0" smtClean="0">
              <a:solidFill>
                <a:srgbClr val="FF0000"/>
              </a:solidFill>
            </a:endParaRP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BACHELOR OF TECHNOLOGY</a:t>
            </a:r>
            <a:endParaRPr lang="en-US" b="1" dirty="0" smtClean="0">
              <a:solidFill>
                <a:srgbClr val="FF0000"/>
              </a:solidFill>
            </a:endParaRPr>
          </a:p>
          <a:p>
            <a:pPr algn="ctr"/>
            <a:r>
              <a:rPr lang="en-US" b="1" dirty="0" smtClean="0"/>
              <a:t> in </a:t>
            </a:r>
            <a:endParaRPr lang="en-US" b="1" dirty="0" smtClean="0"/>
          </a:p>
          <a:p>
            <a:pPr algn="ctr"/>
            <a:r>
              <a:rPr lang="en-US" b="1" dirty="0" smtClean="0"/>
              <a:t>Electrical Engineering </a:t>
            </a:r>
            <a:endParaRPr lang="en-US" b="1" dirty="0" smtClean="0"/>
          </a:p>
          <a:p>
            <a:pPr algn="ctr"/>
            <a:r>
              <a:rPr lang="en-US" b="1" dirty="0" smtClean="0"/>
              <a:t>By</a:t>
            </a:r>
            <a:endParaRPr lang="en-US" b="1" dirty="0" smtClean="0"/>
          </a:p>
          <a:p>
            <a:pPr algn="ctr"/>
            <a:endParaRPr lang="en-US" b="1" dirty="0" smtClean="0"/>
          </a:p>
          <a:p>
            <a:pPr algn="ctr"/>
            <a:r>
              <a:rPr lang="en-US" b="1" dirty="0" smtClean="0">
                <a:solidFill>
                  <a:srgbClr val="0033CC"/>
                </a:solidFill>
              </a:rPr>
              <a:t> SACHIN SHAKYA (Roll no-1907350200048)</a:t>
            </a:r>
            <a:endParaRPr lang="en-US" b="1" dirty="0" smtClean="0">
              <a:solidFill>
                <a:srgbClr val="0033CC"/>
              </a:solidFill>
            </a:endParaRPr>
          </a:p>
          <a:p>
            <a:pPr algn="ctr"/>
            <a:r>
              <a:rPr lang="en-US" b="1" dirty="0" smtClean="0">
                <a:solidFill>
                  <a:srgbClr val="0033CC"/>
                </a:solidFill>
              </a:rPr>
              <a:t> ADITYA KUMAR (Roll no-1907350200005)</a:t>
            </a:r>
            <a:endParaRPr lang="en-US" b="1" dirty="0" smtClean="0">
              <a:solidFill>
                <a:srgbClr val="0033CC"/>
              </a:solidFill>
            </a:endParaRPr>
          </a:p>
          <a:p>
            <a:pPr algn="ctr"/>
            <a:r>
              <a:rPr lang="en-US" b="1" dirty="0" smtClean="0">
                <a:solidFill>
                  <a:srgbClr val="0033CC"/>
                </a:solidFill>
              </a:rPr>
              <a:t> UPDESH PANDEY (Roll no-1907350200062) </a:t>
            </a:r>
            <a:endParaRPr lang="en-US" b="1" dirty="0" smtClean="0">
              <a:solidFill>
                <a:srgbClr val="0033CC"/>
              </a:solidFill>
            </a:endParaRPr>
          </a:p>
          <a:p>
            <a:pPr algn="ctr"/>
            <a:r>
              <a:rPr lang="en-US" b="1" dirty="0" smtClean="0">
                <a:solidFill>
                  <a:srgbClr val="0033CC"/>
                </a:solidFill>
              </a:rPr>
              <a:t>SHIVBODH PAL (Roll no-1907350200053)</a:t>
            </a:r>
            <a:endParaRPr lang="en-US" b="1" dirty="0" smtClean="0">
              <a:solidFill>
                <a:srgbClr val="0033CC"/>
              </a:solidFill>
            </a:endParaRPr>
          </a:p>
          <a:p>
            <a:pPr algn="ctr"/>
            <a:endParaRPr lang="en-US" b="1" dirty="0" smtClean="0"/>
          </a:p>
          <a:p>
            <a:pPr algn="ctr"/>
            <a:r>
              <a:rPr lang="en-US" b="1" dirty="0" smtClean="0"/>
              <a:t> under the supervision of </a:t>
            </a:r>
            <a:endParaRPr lang="en-US" b="1" dirty="0" smtClean="0"/>
          </a:p>
          <a:p>
            <a:pPr algn="ctr"/>
            <a:r>
              <a:rPr lang="en-US" b="1" dirty="0" smtClean="0"/>
              <a:t>Mr. Anuj Kumar, Assistant Professor</a:t>
            </a:r>
            <a:endParaRPr lang="en-US" b="1" dirty="0" smtClean="0"/>
          </a:p>
          <a:p>
            <a:pPr algn="ctr"/>
            <a:r>
              <a:rPr lang="en-US" b="1" dirty="0" smtClean="0"/>
              <a:t> (Department of Electrical Engineering) </a:t>
            </a:r>
            <a:endParaRPr lang="en-US" b="1" dirty="0" smtClean="0"/>
          </a:p>
          <a:p>
            <a:pPr algn="ctr"/>
            <a:endParaRPr lang="en-US" b="1" dirty="0" smtClean="0"/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Rajkiya Engineering College Chandpur, Bijnor</a:t>
            </a:r>
            <a:endParaRPr lang="en-US" b="1" dirty="0" smtClean="0">
              <a:solidFill>
                <a:srgbClr val="FF0000"/>
              </a:solidFill>
            </a:endParaRPr>
          </a:p>
          <a:p>
            <a:pPr algn="ctr"/>
            <a:endParaRPr lang="en-US" b="1" dirty="0" smtClean="0"/>
          </a:p>
          <a:p>
            <a:pPr algn="ctr"/>
            <a:r>
              <a:rPr lang="en-US" b="1" dirty="0" smtClean="0"/>
              <a:t> Dr. A. P. J. ABDUL KALAM TECHNICAL UNIVERSITY </a:t>
            </a:r>
            <a:endParaRPr lang="en-US" b="1" dirty="0" smtClean="0"/>
          </a:p>
          <a:p>
            <a:pPr algn="ctr"/>
            <a:r>
              <a:rPr lang="en-US" b="1" dirty="0" smtClean="0"/>
              <a:t>LUCKNOW, UTTAR PRADESH</a:t>
            </a:r>
            <a:endParaRPr lang="en-US" b="1" dirty="0" smtClean="0"/>
          </a:p>
          <a:p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75456"/>
            <a:ext cx="1200150" cy="1200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71264"/>
            <a:ext cx="1323975" cy="127635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457200" y="447620"/>
            <a:ext cx="8229600" cy="107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0033CC"/>
                </a:solidFill>
                <a:latin typeface="+mj-lt"/>
              </a:rPr>
              <a:t>WHY </a:t>
            </a:r>
            <a:r>
              <a:rPr lang="en-US" dirty="0">
                <a:solidFill>
                  <a:srgbClr val="0033CC"/>
                </a:solidFill>
                <a:latin typeface="+mj-lt"/>
              </a:rPr>
              <a:t>OMNI-DIRECTIONAL ROBOT ?</a:t>
            </a:r>
            <a:endParaRPr lang="en-US" dirty="0">
              <a:solidFill>
                <a:srgbClr val="0033CC"/>
              </a:solidFill>
              <a:latin typeface="+mj-lt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611560" y="1499870"/>
            <a:ext cx="7814890" cy="294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Bef>
                <a:spcPts val="600"/>
              </a:spcBef>
              <a:buClr>
                <a:srgbClr val="0033CC"/>
              </a:buClr>
              <a:buSzPct val="130000"/>
              <a:buFont typeface="Wingdings" panose="05000000000000000000" pitchFamily="2" charset="2"/>
              <a:buChar char=""/>
            </a:pPr>
            <a:r>
              <a:rPr lang="en-US" sz="1600" b="1" dirty="0" smtClean="0">
                <a:solidFill>
                  <a:schemeClr val="tx1"/>
                </a:solidFill>
              </a:rPr>
              <a:t> Movement </a:t>
            </a:r>
            <a:r>
              <a:rPr lang="en-US" sz="1600" b="1" dirty="0" smtClean="0">
                <a:solidFill>
                  <a:schemeClr val="tx1"/>
                </a:solidFill>
              </a:rPr>
              <a:t>in tight areas and to avoid obstacles.</a:t>
            </a:r>
            <a:endParaRPr lang="en-US" sz="1600" b="1" dirty="0" smtClean="0">
              <a:solidFill>
                <a:schemeClr val="tx1"/>
              </a:solidFill>
            </a:endParaRPr>
          </a:p>
          <a:p>
            <a:pPr marL="285750" lvl="0" indent="-285750">
              <a:spcBef>
                <a:spcPts val="600"/>
              </a:spcBef>
              <a:buClr>
                <a:srgbClr val="0033CC"/>
              </a:buClr>
              <a:buSzPct val="130000"/>
              <a:buFont typeface="Wingdings" panose="05000000000000000000" pitchFamily="2" charset="2"/>
              <a:buChar char=""/>
            </a:pPr>
            <a:endParaRPr lang="en-US" sz="1600" b="1" dirty="0" smtClean="0">
              <a:solidFill>
                <a:schemeClr val="tx1"/>
              </a:solidFill>
            </a:endParaRPr>
          </a:p>
          <a:p>
            <a:pPr marL="285750" lvl="0" indent="-285750" algn="l">
              <a:spcBef>
                <a:spcPts val="600"/>
              </a:spcBef>
              <a:buClr>
                <a:srgbClr val="0033CC"/>
              </a:buClr>
              <a:buSzPct val="130000"/>
              <a:buFont typeface="Wingdings" panose="05000000000000000000" pitchFamily="2" charset="2"/>
              <a:buChar char=""/>
            </a:pPr>
            <a:r>
              <a:rPr lang="en-US" sz="1600" b="1" dirty="0" smtClean="0">
                <a:solidFill>
                  <a:schemeClr val="tx1"/>
                </a:solidFill>
              </a:rPr>
              <a:t> Conventional </a:t>
            </a:r>
            <a:r>
              <a:rPr lang="en-US" sz="1600" b="1" dirty="0" smtClean="0">
                <a:solidFill>
                  <a:schemeClr val="tx1"/>
                </a:solidFill>
              </a:rPr>
              <a:t>vehicles do not have capability to control every                        </a:t>
            </a:r>
            <a:r>
              <a:rPr lang="en-US" sz="1600" b="1" dirty="0" smtClean="0">
                <a:solidFill>
                  <a:schemeClr val="tx1"/>
                </a:solidFill>
              </a:rPr>
              <a:t> degree </a:t>
            </a:r>
            <a:r>
              <a:rPr lang="en-US" sz="1600" b="1" dirty="0" smtClean="0">
                <a:solidFill>
                  <a:schemeClr val="tx1"/>
                </a:solidFill>
              </a:rPr>
              <a:t>of freedom.</a:t>
            </a:r>
            <a:endParaRPr lang="en-US" sz="1600" b="1" dirty="0" smtClean="0">
              <a:solidFill>
                <a:schemeClr val="tx1"/>
              </a:solidFill>
            </a:endParaRPr>
          </a:p>
          <a:p>
            <a:pPr marL="285750" lvl="0" indent="-285750" algn="l">
              <a:spcBef>
                <a:spcPts val="600"/>
              </a:spcBef>
              <a:buClr>
                <a:srgbClr val="0033CC"/>
              </a:buClr>
              <a:buSzPct val="130000"/>
              <a:buFont typeface="Wingdings" panose="05000000000000000000" pitchFamily="2" charset="2"/>
              <a:buChar char=""/>
            </a:pPr>
            <a:endParaRPr lang="en-US" sz="1600" b="1" dirty="0" smtClean="0">
              <a:solidFill>
                <a:schemeClr val="tx1"/>
              </a:solidFill>
            </a:endParaRPr>
          </a:p>
          <a:p>
            <a:pPr marL="285750" lvl="0" indent="-285750">
              <a:spcBef>
                <a:spcPts val="600"/>
              </a:spcBef>
              <a:buClr>
                <a:srgbClr val="0033CC"/>
              </a:buClr>
              <a:buSzPct val="130000"/>
              <a:buFont typeface="Wingdings" panose="05000000000000000000" pitchFamily="2" charset="2"/>
              <a:buChar char=""/>
            </a:pPr>
            <a:r>
              <a:rPr lang="en-US" sz="1600" b="1" dirty="0" smtClean="0">
                <a:solidFill>
                  <a:schemeClr val="tx1"/>
                </a:solidFill>
              </a:rPr>
              <a:t> In </a:t>
            </a:r>
            <a:r>
              <a:rPr lang="en-US" sz="1600" b="1" dirty="0" smtClean="0">
                <a:solidFill>
                  <a:schemeClr val="tx1"/>
                </a:solidFill>
              </a:rPr>
              <a:t>disaster zones, where the ability to move in any direction can be critical.</a:t>
            </a:r>
            <a:endParaRPr lang="en-US" sz="1600" b="1" dirty="0" smtClean="0">
              <a:solidFill>
                <a:schemeClr val="tx1"/>
              </a:solidFill>
            </a:endParaRPr>
          </a:p>
          <a:p>
            <a:pPr marL="285750" lvl="0" indent="-285750">
              <a:spcBef>
                <a:spcPts val="600"/>
              </a:spcBef>
              <a:buClr>
                <a:srgbClr val="0033CC"/>
              </a:buClr>
              <a:buSzPct val="130000"/>
              <a:buFont typeface="Wingdings" panose="05000000000000000000" pitchFamily="2" charset="2"/>
              <a:buChar char=""/>
            </a:pPr>
            <a:endParaRPr lang="en-US" sz="1600" b="1" dirty="0" smtClean="0">
              <a:solidFill>
                <a:schemeClr val="tx1"/>
              </a:solidFill>
            </a:endParaRPr>
          </a:p>
          <a:p>
            <a:pPr marL="285750" lvl="0" indent="-285750">
              <a:spcBef>
                <a:spcPts val="600"/>
              </a:spcBef>
              <a:buClr>
                <a:srgbClr val="0033CC"/>
              </a:buClr>
              <a:buSzPct val="130000"/>
              <a:buFont typeface="Wingdings" panose="05000000000000000000" pitchFamily="2" charset="2"/>
              <a:buChar char=""/>
            </a:pPr>
            <a:r>
              <a:rPr lang="en-US" sz="1600" b="1" dirty="0" smtClean="0">
                <a:solidFill>
                  <a:schemeClr val="tx1"/>
                </a:solidFill>
                <a:sym typeface="+mn-ea"/>
              </a:rPr>
              <a:t> This </a:t>
            </a:r>
            <a:r>
              <a:rPr lang="en-US" sz="1600" b="1" dirty="0" smtClean="0">
                <a:solidFill>
                  <a:schemeClr val="tx1"/>
                </a:solidFill>
                <a:sym typeface="+mn-ea"/>
              </a:rPr>
              <a:t>is where our project comes into the picture to solve these problems. </a:t>
            </a:r>
            <a:r>
              <a:rPr lang="en-US" sz="16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1600" b="1" dirty="0" smtClean="0">
                <a:solidFill>
                  <a:schemeClr val="tx1"/>
                </a:solidFill>
              </a:rPr>
              <a:t>The </a:t>
            </a:r>
            <a:r>
              <a:rPr lang="en-US" sz="1600" b="1" dirty="0" smtClean="0">
                <a:solidFill>
                  <a:schemeClr val="tx1"/>
                </a:solidFill>
              </a:rPr>
              <a:t>robot has full </a:t>
            </a:r>
            <a:r>
              <a:rPr lang="en-US" sz="1600" b="1" dirty="0" smtClean="0">
                <a:solidFill>
                  <a:schemeClr val="tx1"/>
                </a:solidFill>
              </a:rPr>
              <a:t>O</a:t>
            </a:r>
            <a:r>
              <a:rPr lang="en-US" sz="1600" b="1" dirty="0" smtClean="0">
                <a:solidFill>
                  <a:schemeClr val="tx1"/>
                </a:solidFill>
              </a:rPr>
              <a:t>mni-directional </a:t>
            </a:r>
            <a:r>
              <a:rPr lang="en-US" sz="1600" b="1" dirty="0" smtClean="0">
                <a:solidFill>
                  <a:schemeClr val="tx1"/>
                </a:solidFill>
              </a:rPr>
              <a:t>motion capabilities</a:t>
            </a:r>
            <a:r>
              <a:rPr lang="en-US" sz="1600" b="1" dirty="0" smtClean="0">
                <a:solidFill>
                  <a:schemeClr val="tx1"/>
                </a:solidFill>
                <a:sym typeface="+mn-ea"/>
              </a:rPr>
              <a:t> in 2D.</a:t>
            </a:r>
            <a:endParaRPr sz="1600" b="1" dirty="0">
              <a:solidFill>
                <a:schemeClr val="tx1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ct val="130000"/>
              <a:buFont typeface="Wingdings" panose="05000000000000000000" pitchFamily="2" charset="2"/>
              <a:buChar char=""/>
            </a:pPr>
            <a:endParaRPr sz="1200" b="1" dirty="0">
              <a:solidFill>
                <a:schemeClr val="tx1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03" name="Google Shape;103;p20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" name="Picture 2" descr="png-clipart-red-question-mark-on-human-illustration-question-mark-3d-computer-graphics-animation-thinking-man-3d-computer-graphics-text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5605" y="189230"/>
            <a:ext cx="821690" cy="82169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ctrTitle" idx="4294967295"/>
          </p:nvPr>
        </p:nvSpPr>
        <p:spPr>
          <a:xfrm>
            <a:off x="714348" y="357172"/>
            <a:ext cx="4143404" cy="7845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9600" dirty="0" smtClean="0">
                <a:solidFill>
                  <a:schemeClr val="accent2"/>
                </a:solidFill>
                <a:latin typeface="+mj-lt"/>
              </a:rPr>
            </a:br>
            <a:r>
              <a:rPr lang="en-GB" sz="3600" dirty="0" smtClean="0">
                <a:solidFill>
                  <a:srgbClr val="0033CC"/>
                </a:solidFill>
                <a:latin typeface="+mj-lt"/>
              </a:rPr>
              <a:t>COMPONENTS</a:t>
            </a:r>
            <a:endParaRPr sz="3600" dirty="0">
              <a:solidFill>
                <a:srgbClr val="0033CC"/>
              </a:solidFill>
              <a:latin typeface="+mj-lt"/>
            </a:endParaRPr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4294967295"/>
          </p:nvPr>
        </p:nvSpPr>
        <p:spPr>
          <a:xfrm>
            <a:off x="428596" y="1168867"/>
            <a:ext cx="5143536" cy="37797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2950" lvl="0" indent="-7429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Blip>
                <a:blip r:embed="rId1"/>
              </a:buBlip>
            </a:pPr>
            <a:r>
              <a:rPr lang="en-US" sz="1600" b="1" dirty="0" smtClean="0">
                <a:solidFill>
                  <a:schemeClr val="tx1"/>
                </a:solidFill>
                <a:latin typeface="+mn-lt"/>
                <a:ea typeface="Montserrat" panose="00000500000000000000"/>
                <a:cs typeface="Montserrat" panose="00000500000000000000"/>
                <a:sym typeface="Montserrat" panose="00000500000000000000"/>
              </a:rPr>
              <a:t>Arduino UNO R3</a:t>
            </a:r>
            <a:endParaRPr lang="en-US" sz="1600" b="1" dirty="0" smtClean="0">
              <a:solidFill>
                <a:schemeClr val="tx1"/>
              </a:solidFill>
              <a:latin typeface="+mn-lt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sz="1600" b="1" dirty="0" smtClean="0">
              <a:solidFill>
                <a:schemeClr val="tx1"/>
              </a:solidFill>
              <a:latin typeface="+mn-lt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742950" lvl="0" indent="-7429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Blip>
                <a:blip r:embed="rId1"/>
              </a:buBlip>
            </a:pPr>
            <a:r>
              <a:rPr lang="en-US" sz="1600" b="1" dirty="0" smtClean="0">
                <a:solidFill>
                  <a:schemeClr val="tx1"/>
                </a:solidFill>
                <a:latin typeface="+mn-lt"/>
                <a:ea typeface="Montserrat" panose="00000500000000000000"/>
                <a:cs typeface="Montserrat" panose="00000500000000000000"/>
                <a:sym typeface="Montserrat" panose="00000500000000000000"/>
              </a:rPr>
              <a:t>Omni-directional Wheels</a:t>
            </a:r>
            <a:endParaRPr lang="en-US" sz="1600" b="1" dirty="0" smtClean="0">
              <a:solidFill>
                <a:schemeClr val="tx1"/>
              </a:solidFill>
              <a:latin typeface="+mn-lt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742950" lvl="0" indent="-7429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Blip>
                <a:blip r:embed="rId1"/>
              </a:buBlip>
            </a:pPr>
            <a:endParaRPr lang="en-US" sz="1600" b="1" dirty="0" smtClean="0">
              <a:solidFill>
                <a:schemeClr val="tx1"/>
              </a:solidFill>
              <a:latin typeface="+mn-lt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742950" lvl="0" indent="-7429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Blip>
                <a:blip r:embed="rId1"/>
              </a:buBlip>
            </a:pPr>
            <a:r>
              <a:rPr lang="en-US" sz="1600" b="1" dirty="0" smtClean="0">
                <a:solidFill>
                  <a:schemeClr val="tx1"/>
                </a:solidFill>
                <a:latin typeface="+mn-lt"/>
                <a:ea typeface="Montserrat" panose="00000500000000000000"/>
                <a:cs typeface="Montserrat" panose="00000500000000000000"/>
                <a:sym typeface="Montserrat" panose="00000500000000000000"/>
              </a:rPr>
              <a:t>12V </a:t>
            </a:r>
            <a:r>
              <a:rPr lang="en-US" sz="1600" b="1" dirty="0" smtClean="0">
                <a:solidFill>
                  <a:schemeClr val="tx1"/>
                </a:solidFill>
                <a:latin typeface="+mn-lt"/>
                <a:ea typeface="Montserrat" panose="00000500000000000000"/>
                <a:cs typeface="Montserrat" panose="00000500000000000000"/>
                <a:sym typeface="Montserrat" panose="00000500000000000000"/>
              </a:rPr>
              <a:t>Li-</a:t>
            </a:r>
            <a:r>
              <a:rPr lang="en-US" sz="1600" b="1" dirty="0" smtClean="0">
                <a:solidFill>
                  <a:schemeClr val="tx1"/>
                </a:solidFill>
                <a:latin typeface="+mn-lt"/>
                <a:ea typeface="Montserrat" panose="00000500000000000000"/>
                <a:cs typeface="Montserrat" panose="00000500000000000000"/>
                <a:sym typeface="Montserrat" panose="00000500000000000000"/>
              </a:rPr>
              <a:t>Po</a:t>
            </a:r>
            <a:r>
              <a:rPr lang="en-US" sz="1600" b="1" dirty="0" smtClean="0">
                <a:solidFill>
                  <a:schemeClr val="tx1"/>
                </a:solidFill>
                <a:latin typeface="+mn-lt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600" b="1" dirty="0" smtClean="0">
                <a:solidFill>
                  <a:schemeClr val="tx1"/>
                </a:solidFill>
                <a:latin typeface="+mn-lt"/>
                <a:ea typeface="Montserrat" panose="00000500000000000000"/>
                <a:cs typeface="Montserrat" panose="00000500000000000000"/>
                <a:sym typeface="Montserrat" panose="00000500000000000000"/>
              </a:rPr>
              <a:t>Battery</a:t>
            </a:r>
            <a:endParaRPr lang="en-US" sz="1600" b="1" dirty="0" smtClean="0">
              <a:solidFill>
                <a:schemeClr val="tx1"/>
              </a:solidFill>
              <a:latin typeface="+mn-lt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742950" lvl="0" indent="-7429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Blip>
                <a:blip r:embed="rId1"/>
              </a:buBlip>
            </a:pPr>
            <a:endParaRPr lang="en-US" sz="1600" b="1" dirty="0" smtClean="0">
              <a:solidFill>
                <a:schemeClr val="tx1"/>
              </a:solidFill>
              <a:latin typeface="+mn-lt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742950" lvl="0" indent="-7429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Blip>
                <a:blip r:embed="rId1"/>
              </a:buBlip>
            </a:pPr>
            <a:r>
              <a:rPr lang="en-IN" sz="1600" b="1" dirty="0" smtClean="0">
                <a:solidFill>
                  <a:schemeClr val="tx1"/>
                </a:solidFill>
                <a:latin typeface="+mn-lt"/>
                <a:ea typeface="Montserrat" panose="00000500000000000000"/>
                <a:cs typeface="Montserrat" panose="00000500000000000000"/>
                <a:sym typeface="Montserrat" panose="00000500000000000000"/>
              </a:rPr>
              <a:t>12V DC Gear motor</a:t>
            </a:r>
            <a:endParaRPr lang="en-IN" sz="1600" b="1" dirty="0" smtClean="0">
              <a:solidFill>
                <a:schemeClr val="tx1"/>
              </a:solidFill>
              <a:latin typeface="+mn-lt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742950" lvl="0" indent="-7429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Blip>
                <a:blip r:embed="rId1"/>
              </a:buBlip>
            </a:pPr>
            <a:endParaRPr lang="en-IN" sz="1600" b="1" dirty="0" smtClean="0">
              <a:solidFill>
                <a:schemeClr val="tx1"/>
              </a:solidFill>
              <a:latin typeface="+mn-lt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742950" lvl="0" indent="-7429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Blip>
                <a:blip r:embed="rId1"/>
              </a:buBlip>
            </a:pPr>
            <a:r>
              <a:rPr lang="en-IN" sz="1600" b="1" dirty="0" smtClean="0">
                <a:solidFill>
                  <a:schemeClr val="tx1"/>
                </a:solidFill>
                <a:latin typeface="+mn-lt"/>
                <a:ea typeface="Montserrat" panose="00000500000000000000"/>
                <a:cs typeface="Montserrat" panose="00000500000000000000"/>
                <a:sym typeface="Montserrat" panose="00000500000000000000"/>
              </a:rPr>
              <a:t>L293D Motor Driver Shield</a:t>
            </a:r>
            <a:endParaRPr lang="en-IN" sz="1600" b="1" dirty="0" smtClean="0">
              <a:solidFill>
                <a:schemeClr val="tx1"/>
              </a:solidFill>
              <a:latin typeface="+mn-lt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742950" lvl="0" indent="-7429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Blip>
                <a:blip r:embed="rId1"/>
              </a:buBlip>
            </a:pPr>
            <a:endParaRPr lang="en-US" sz="1600" b="1" dirty="0" smtClean="0">
              <a:solidFill>
                <a:schemeClr val="tx1"/>
              </a:solidFill>
              <a:latin typeface="+mn-lt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742950" lvl="0" indent="-7429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Blip>
                <a:blip r:embed="rId1"/>
              </a:buBlip>
            </a:pPr>
            <a:r>
              <a:rPr lang="en-IN" sz="1600" b="1" dirty="0" smtClean="0">
                <a:solidFill>
                  <a:schemeClr val="tx1"/>
                </a:solidFill>
                <a:latin typeface="+mn-lt"/>
                <a:ea typeface="Montserrat" panose="00000500000000000000"/>
                <a:cs typeface="Montserrat" panose="00000500000000000000"/>
                <a:sym typeface="Montserrat" panose="00000500000000000000"/>
              </a:rPr>
              <a:t>HCO5 Bluetooth module</a:t>
            </a:r>
            <a:endParaRPr lang="en-US" sz="1600" b="1" dirty="0" smtClean="0">
              <a:solidFill>
                <a:schemeClr val="tx1"/>
              </a:solidFill>
              <a:latin typeface="+mn-lt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sz="1600" b="1" dirty="0" smtClean="0">
                <a:solidFill>
                  <a:schemeClr val="tx1"/>
                </a:solidFill>
                <a:latin typeface="+mn-lt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sz="1600" b="1" dirty="0">
              <a:solidFill>
                <a:schemeClr val="tx1"/>
              </a:solidFill>
              <a:latin typeface="+mn-lt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2" name="Google Shape;112;p21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783" y="3434702"/>
            <a:ext cx="1459879" cy="145987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603307"/>
            <a:ext cx="1827917" cy="18279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561" y="2175010"/>
            <a:ext cx="1930842" cy="14522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808" y="3434702"/>
            <a:ext cx="1584254" cy="166413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2135684"/>
            <a:ext cx="1484894" cy="149158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052" y="603307"/>
            <a:ext cx="1532377" cy="1532377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357158" y="214296"/>
            <a:ext cx="39228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0033CC"/>
                </a:solidFill>
              </a:rPr>
              <a:t>CIRCUIT DIAGRAM</a:t>
            </a:r>
            <a:endParaRPr lang="en-US" sz="3200" b="1" dirty="0">
              <a:solidFill>
                <a:srgbClr val="0033C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57620" y="4835723"/>
            <a:ext cx="2000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 smtClean="0"/>
              <a:t>fig.no.01</a:t>
            </a:r>
            <a:endParaRPr lang="en-US" b="1" u="sng" dirty="0"/>
          </a:p>
        </p:txBody>
      </p:sp>
      <p:pic>
        <p:nvPicPr>
          <p:cNvPr id="4" name="Picture 3" descr="ckt-removebg-preview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680" y="889635"/>
            <a:ext cx="6671945" cy="3757295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5536" y="123478"/>
            <a:ext cx="8229600" cy="683915"/>
          </a:xfrm>
        </p:spPr>
        <p:txBody>
          <a:bodyPr anchor="ctr"/>
          <a:lstStyle/>
          <a:p>
            <a:pPr algn="ctr"/>
            <a:r>
              <a:rPr lang="en-US" dirty="0" smtClean="0">
                <a:solidFill>
                  <a:srgbClr val="0033CC"/>
                </a:solidFill>
                <a:latin typeface="+mj-lt"/>
              </a:rPr>
              <a:t>WORKING</a:t>
            </a:r>
            <a:endParaRPr lang="en-US" dirty="0">
              <a:solidFill>
                <a:srgbClr val="0033CC"/>
              </a:solidFill>
              <a:latin typeface="+mj-lt"/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467544" y="843558"/>
          <a:ext cx="7992888" cy="4155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428596" y="142858"/>
            <a:ext cx="48590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33CC"/>
                </a:solidFill>
              </a:rPr>
              <a:t>WORKING MECHANISM</a:t>
            </a:r>
            <a:endParaRPr lang="en-US" sz="3200" b="1" dirty="0">
              <a:solidFill>
                <a:srgbClr val="0033C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86182" y="4714890"/>
            <a:ext cx="2143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 smtClean="0"/>
              <a:t>fig.no.02</a:t>
            </a:r>
            <a:endParaRPr lang="en-US" b="1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341" y="893503"/>
            <a:ext cx="6783319" cy="34784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2915816" y="330791"/>
            <a:ext cx="3147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33CC"/>
                </a:solidFill>
                <a:latin typeface="+mj-lt"/>
              </a:rPr>
              <a:t>HARDWARE</a:t>
            </a:r>
            <a:endParaRPr lang="en-US" sz="3200" b="1" dirty="0">
              <a:solidFill>
                <a:srgbClr val="0033CC"/>
              </a:solidFill>
              <a:latin typeface="+mj-lt"/>
            </a:endParaRPr>
          </a:p>
        </p:txBody>
      </p:sp>
      <p:pic>
        <p:nvPicPr>
          <p:cNvPr id="4" name="Picture 3" descr="20230510_23590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662" y="1785932"/>
            <a:ext cx="2129459" cy="2027587"/>
          </a:xfrm>
          <a:prstGeom prst="rect">
            <a:avLst/>
          </a:prstGeom>
        </p:spPr>
      </p:pic>
      <p:pic>
        <p:nvPicPr>
          <p:cNvPr id="5" name="Picture 4" descr="20230511_000026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6" y="1735150"/>
            <a:ext cx="3214710" cy="20721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5852" y="3857634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Fig. no. 03</a:t>
            </a:r>
            <a:endParaRPr lang="en-US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5735328" y="3878272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Fig. no. 04</a:t>
            </a:r>
            <a:endParaRPr lang="en-US" u="sng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457200" y="447620"/>
            <a:ext cx="8229600" cy="107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0033CC"/>
                </a:solidFill>
                <a:latin typeface="+mn-lt"/>
              </a:rPr>
              <a:t>ADVANTAGES</a:t>
            </a:r>
            <a:endParaRPr dirty="0">
              <a:solidFill>
                <a:srgbClr val="0033CC"/>
              </a:solidFill>
              <a:latin typeface="+mn-lt"/>
            </a:endParaRPr>
          </a:p>
        </p:txBody>
      </p:sp>
      <p:sp>
        <p:nvSpPr>
          <p:cNvPr id="132" name="Google Shape;132;p24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aphicFrame>
        <p:nvGraphicFramePr>
          <p:cNvPr id="2" name="Diagram 1"/>
          <p:cNvGraphicFramePr/>
          <p:nvPr/>
        </p:nvGraphicFramePr>
        <p:xfrm>
          <a:off x="2195914" y="1347941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>
            <a:spLocks noGrp="1"/>
          </p:cNvSpPr>
          <p:nvPr>
            <p:ph type="title"/>
          </p:nvPr>
        </p:nvSpPr>
        <p:spPr>
          <a:xfrm>
            <a:off x="457200" y="447620"/>
            <a:ext cx="8229600" cy="107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0033CC"/>
                </a:solidFill>
                <a:latin typeface="+mj-lt"/>
              </a:rPr>
              <a:t>LIMITATIONS</a:t>
            </a:r>
            <a:endParaRPr dirty="0">
              <a:solidFill>
                <a:srgbClr val="0033CC"/>
              </a:solidFill>
              <a:latin typeface="+mj-lt"/>
            </a:endParaRPr>
          </a:p>
        </p:txBody>
      </p:sp>
      <p:sp>
        <p:nvSpPr>
          <p:cNvPr id="157" name="Google Shape;157;p26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aphicFrame>
        <p:nvGraphicFramePr>
          <p:cNvPr id="2" name="Diagram 1"/>
          <p:cNvGraphicFramePr/>
          <p:nvPr/>
        </p:nvGraphicFramePr>
        <p:xfrm>
          <a:off x="1524000" y="1635646"/>
          <a:ext cx="6096000" cy="2968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33CC"/>
                </a:solidFill>
                <a:latin typeface="+mj-lt"/>
              </a:rPr>
              <a:t>APPLICATIONS</a:t>
            </a:r>
            <a:endParaRPr lang="en-US" dirty="0">
              <a:solidFill>
                <a:srgbClr val="0033CC"/>
              </a:solidFill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  <p:graphicFrame>
        <p:nvGraphicFramePr>
          <p:cNvPr id="10" name="Diagram 9"/>
          <p:cNvGraphicFramePr/>
          <p:nvPr/>
        </p:nvGraphicFramePr>
        <p:xfrm>
          <a:off x="2195736" y="1491630"/>
          <a:ext cx="5400600" cy="3487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>
            <a:spLocks noGrp="1"/>
          </p:cNvSpPr>
          <p:nvPr>
            <p:ph type="title"/>
          </p:nvPr>
        </p:nvSpPr>
        <p:spPr>
          <a:xfrm>
            <a:off x="457200" y="447620"/>
            <a:ext cx="3757610" cy="107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0033CC"/>
                </a:solidFill>
                <a:latin typeface="+mj-lt"/>
              </a:rPr>
              <a:t>FUTURE SCOPE</a:t>
            </a:r>
            <a:endParaRPr dirty="0">
              <a:solidFill>
                <a:srgbClr val="0033CC"/>
              </a:solidFill>
              <a:latin typeface="+mj-lt"/>
            </a:endParaRPr>
          </a:p>
        </p:txBody>
      </p:sp>
      <p:sp>
        <p:nvSpPr>
          <p:cNvPr id="163" name="Google Shape;163;p27"/>
          <p:cNvSpPr txBox="1">
            <a:spLocks noGrp="1"/>
          </p:cNvSpPr>
          <p:nvPr>
            <p:ph type="body" idx="1"/>
          </p:nvPr>
        </p:nvSpPr>
        <p:spPr>
          <a:xfrm>
            <a:off x="863587" y="1500180"/>
            <a:ext cx="7882838" cy="3519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rgbClr val="0033CC"/>
              </a:buClr>
              <a:buSzPct val="120000"/>
              <a:buNone/>
            </a:pPr>
            <a:r>
              <a:rPr lang="en-US" sz="1500" b="1" dirty="0" smtClean="0">
                <a:solidFill>
                  <a:schemeClr val="tx1"/>
                </a:solidFill>
                <a:latin typeface="+mn-lt"/>
              </a:rPr>
              <a:t> In the near future work, Omni wheeled robots can be designed using a hydraulic piston that gives the robot extra power to perform mechanical work in the field. </a:t>
            </a:r>
            <a:endParaRPr lang="en-US" sz="1500" b="1" dirty="0" smtClean="0">
              <a:solidFill>
                <a:schemeClr val="tx1"/>
              </a:solidFill>
              <a:latin typeface="+mn-lt"/>
            </a:endParaRPr>
          </a:p>
          <a:p>
            <a:pPr marL="0" indent="0">
              <a:buClr>
                <a:srgbClr val="0033CC"/>
              </a:buClr>
              <a:buSzPct val="120000"/>
              <a:buNone/>
            </a:pPr>
            <a:endParaRPr lang="en-US" sz="1500" b="1" dirty="0" smtClean="0">
              <a:solidFill>
                <a:schemeClr val="tx1"/>
              </a:solidFill>
              <a:latin typeface="+mn-lt"/>
            </a:endParaRPr>
          </a:p>
          <a:p>
            <a:pPr marL="0" indent="0">
              <a:buClr>
                <a:srgbClr val="0033CC"/>
              </a:buClr>
              <a:buSzPct val="120000"/>
              <a:buNone/>
            </a:pPr>
            <a:r>
              <a:rPr lang="en-US" sz="1500" b="1" dirty="0" smtClean="0">
                <a:solidFill>
                  <a:schemeClr val="tx1"/>
                </a:solidFill>
                <a:latin typeface="+mn-lt"/>
              </a:rPr>
              <a:t> Robot wheels can be further developed to navigate winding and sloping terrain. </a:t>
            </a:r>
            <a:endParaRPr lang="en-US" sz="1500" b="1" dirty="0" smtClean="0">
              <a:solidFill>
                <a:schemeClr val="tx1"/>
              </a:solidFill>
              <a:latin typeface="+mn-lt"/>
            </a:endParaRPr>
          </a:p>
          <a:p>
            <a:pPr marL="0" indent="0">
              <a:buClr>
                <a:srgbClr val="0033CC"/>
              </a:buClr>
              <a:buSzPct val="120000"/>
              <a:buNone/>
            </a:pPr>
            <a:endParaRPr lang="en-US" sz="1500" b="1" dirty="0" smtClean="0">
              <a:solidFill>
                <a:schemeClr val="tx1"/>
              </a:solidFill>
              <a:latin typeface="+mn-lt"/>
            </a:endParaRPr>
          </a:p>
          <a:p>
            <a:pPr marL="0" indent="0">
              <a:buClr>
                <a:srgbClr val="0033CC"/>
              </a:buClr>
              <a:buSzPct val="120000"/>
              <a:buNone/>
            </a:pPr>
            <a:r>
              <a:rPr lang="en-US" sz="1500" b="1" dirty="0" smtClean="0">
                <a:solidFill>
                  <a:schemeClr val="tx1"/>
                </a:solidFill>
                <a:latin typeface="+mn-lt"/>
              </a:rPr>
              <a:t> These types of robots are used in the military, in industries for forklifts, in electric cars, ambulances and various other applications</a:t>
            </a:r>
            <a:r>
              <a:rPr lang="en-US" sz="1500" b="1" dirty="0" smtClean="0">
                <a:solidFill>
                  <a:schemeClr val="tx1"/>
                </a:solidFill>
                <a:latin typeface="+mn-lt"/>
              </a:rPr>
              <a:t>.</a:t>
            </a:r>
            <a:endParaRPr lang="en-US" sz="1500" b="1" dirty="0" smtClean="0">
              <a:solidFill>
                <a:schemeClr val="tx1"/>
              </a:solidFill>
              <a:latin typeface="+mn-lt"/>
            </a:endParaRPr>
          </a:p>
          <a:p>
            <a:pPr marL="0" indent="0">
              <a:buClr>
                <a:srgbClr val="0033CC"/>
              </a:buClr>
              <a:buSzPct val="120000"/>
              <a:buNone/>
            </a:pPr>
            <a:endParaRPr lang="en-US" sz="1500" b="1" dirty="0">
              <a:solidFill>
                <a:schemeClr val="tx1"/>
              </a:solidFill>
              <a:latin typeface="+mn-lt"/>
            </a:endParaRPr>
          </a:p>
          <a:p>
            <a:pPr marL="0" indent="0">
              <a:buClr>
                <a:srgbClr val="0033CC"/>
              </a:buClr>
              <a:buSzPct val="120000"/>
              <a:buNone/>
            </a:pPr>
            <a:r>
              <a:rPr lang="en-US" sz="1500" b="1" dirty="0">
                <a:solidFill>
                  <a:schemeClr val="tx1"/>
                </a:solidFill>
                <a:latin typeface="+mn-lt"/>
              </a:rPr>
              <a:t>As technology continues to develop, omnidirectional vehicles will become more efficient, affordable, and reliable.</a:t>
            </a:r>
            <a:endParaRPr lang="en-US" sz="1500" b="1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6" name="Google Shape;166;p27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664927"/>
            <a:ext cx="360039" cy="3600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9" y="2571750"/>
            <a:ext cx="360039" cy="3600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9" y="3219822"/>
            <a:ext cx="360039" cy="3600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9" y="4155926"/>
            <a:ext cx="360039" cy="360039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33CC"/>
                </a:solidFill>
                <a:latin typeface="+mj-lt"/>
              </a:rPr>
              <a:t>REFERENCES</a:t>
            </a:r>
            <a:endParaRPr lang="en-US" dirty="0">
              <a:solidFill>
                <a:srgbClr val="0033CC"/>
              </a:solidFill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1419622"/>
            <a:ext cx="7920879" cy="3744416"/>
          </a:xfrm>
        </p:spPr>
        <p:txBody>
          <a:bodyPr/>
          <a:lstStyle/>
          <a:p>
            <a:pPr>
              <a:lnSpc>
                <a:spcPct val="100000"/>
              </a:lnSpc>
              <a:buClr>
                <a:srgbClr val="0033CC"/>
              </a:buClr>
              <a:buSzPct val="140000"/>
              <a:buFont typeface="Webdings" panose="05030102010509060703" pitchFamily="18" charset="2"/>
              <a:buChar char="ë"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Arduino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 Software </a:t>
            </a:r>
            <a:endParaRPr lang="en-US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0" indent="0">
              <a:lnSpc>
                <a:spcPct val="100000"/>
              </a:lnSpc>
              <a:buClr>
                <a:srgbClr val="0033CC"/>
              </a:buClr>
              <a:buSzPct val="140000"/>
              <a:buNone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https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://www.arduino.cc/en/software 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SzPct val="140000"/>
              <a:buFont typeface="Webdings" panose="05030102010509060703" pitchFamily="18" charset="2"/>
              <a:buChar char="ë"/>
            </a:pPr>
            <a:endParaRPr lang="en-US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SzPct val="140000"/>
              <a:buFont typeface="Webdings" panose="05030102010509060703" pitchFamily="18" charset="2"/>
              <a:buChar char="ë"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an omnidirectional Automated Guided Vehicle 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://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www.sciencedirect.com/science/article/pii/S2213020915001068 </a:t>
            </a:r>
            <a:endParaRPr lang="en-US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SzPct val="140000"/>
              <a:buFont typeface="Webdings" panose="05030102010509060703" pitchFamily="18" charset="2"/>
              <a:buChar char="ë"/>
            </a:pPr>
            <a:endParaRPr lang="en-US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SzPct val="140000"/>
              <a:buFont typeface="Webdings" panose="05030102010509060703" pitchFamily="18" charset="2"/>
              <a:buChar char="ë"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Omnidirectional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robots, 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mechanisms https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://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www.sciencedirect.com/science/article/abs/pii/S0094114X2030179</a:t>
            </a:r>
            <a:endParaRPr lang="en-US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SzPct val="140000"/>
              <a:buFont typeface="Webdings" panose="05030102010509060703" pitchFamily="18" charset="2"/>
              <a:buChar char="ë"/>
            </a:pPr>
            <a:endParaRPr lang="en-US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SzPct val="140000"/>
              <a:buFont typeface="Webdings" panose="05030102010509060703" pitchFamily="18" charset="2"/>
              <a:buChar char="ë"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Chui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C. K., &amp; </a:t>
            </a:r>
            <a:r>
              <a:rPr 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Jr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M. H. (2004). Design and development of an omnidirectional 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robot. Robotics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Autonomous Systems, 48(3), 171-181.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1"/>
          <p:cNvSpPr txBox="1">
            <a:spLocks noGrp="1"/>
          </p:cNvSpPr>
          <p:nvPr>
            <p:ph type="sldNum" idx="12"/>
          </p:nvPr>
        </p:nvSpPr>
        <p:spPr>
          <a:xfrm>
            <a:off x="8556775" y="4777350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27"/>
          <a:stretch>
            <a:fillRect/>
          </a:stretch>
        </p:blipFill>
        <p:spPr>
          <a:xfrm>
            <a:off x="1824038" y="1096813"/>
            <a:ext cx="5495925" cy="3059113"/>
          </a:xfrm>
          <a:prstGeom prst="roundRect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rcut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EFEFEF"/>
      </a:lt2>
      <a:accent1>
        <a:srgbClr val="45AFDC"/>
      </a:accent1>
      <a:accent2>
        <a:srgbClr val="1D98C7"/>
      </a:accent2>
      <a:accent3>
        <a:srgbClr val="ED9E46"/>
      </a:accent3>
      <a:accent4>
        <a:srgbClr val="FFC800"/>
      </a:accent4>
      <a:accent5>
        <a:srgbClr val="CCCCCC"/>
      </a:accent5>
      <a:accent6>
        <a:srgbClr val="EFEFEF"/>
      </a:accent6>
      <a:hlink>
        <a:srgbClr val="1D98C7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0</TotalTime>
  <Words>2122</Words>
  <Application>WPS Presentation</Application>
  <PresentationFormat>On-screen Show (16:9)</PresentationFormat>
  <Paragraphs>119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Arial</vt:lpstr>
      <vt:lpstr>Montserrat</vt:lpstr>
      <vt:lpstr>Open Sans</vt:lpstr>
      <vt:lpstr>Times New Roman</vt:lpstr>
      <vt:lpstr>Webdings</vt:lpstr>
      <vt:lpstr>Microsoft YaHei</vt:lpstr>
      <vt:lpstr>Arial Unicode MS</vt:lpstr>
      <vt:lpstr>Mercutio template</vt:lpstr>
      <vt:lpstr>PowerPoint 演示文稿</vt:lpstr>
      <vt:lpstr>WHY OMNI-DIRECTIONAL ROBOT ?</vt:lpstr>
      <vt:lpstr> COMPONENTS</vt:lpstr>
      <vt:lpstr>PowerPoint 演示文稿</vt:lpstr>
      <vt:lpstr>WORKING</vt:lpstr>
      <vt:lpstr>PowerPoint 演示文稿</vt:lpstr>
      <vt:lpstr>PowerPoint 演示文稿</vt:lpstr>
      <vt:lpstr>ADVANTAGES</vt:lpstr>
      <vt:lpstr>LIMITATIONS</vt:lpstr>
      <vt:lpstr>APPLICATIONS</vt:lpstr>
      <vt:lpstr>FUTURE SCOPE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Sachin Shakya</dc:creator>
  <cp:lastModifiedBy>Aditya</cp:lastModifiedBy>
  <cp:revision>45</cp:revision>
  <dcterms:created xsi:type="dcterms:W3CDTF">2023-05-25T10:13:00Z</dcterms:created>
  <dcterms:modified xsi:type="dcterms:W3CDTF">2023-07-09T14:31:21Z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CB073D4D6EAB4D17AC6172926CFDFEB5</vt:lpwstr>
  </property>
  <property fmtid="{D5CDD505-2E9C-101B-9397-08002B2CF9AE}" pid="3" name="KSOProductBuildVer">
    <vt:lpwstr>1033-11.2.0.11537</vt:lpwstr>
  </property>
</Properties>
</file>